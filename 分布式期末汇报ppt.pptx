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37"/>
  </p:notesMasterIdLst>
  <p:handoutMasterIdLst>
    <p:handoutMasterId r:id="rId38"/>
  </p:handoutMasterIdLst>
  <p:sldIdLst>
    <p:sldId id="257" r:id="rId4"/>
    <p:sldId id="258" r:id="rId5"/>
    <p:sldId id="259" r:id="rId6"/>
    <p:sldId id="260" r:id="rId7"/>
    <p:sldId id="298" r:id="rId8"/>
    <p:sldId id="299" r:id="rId9"/>
    <p:sldId id="300" r:id="rId10"/>
    <p:sldId id="262" r:id="rId11"/>
    <p:sldId id="296" r:id="rId12"/>
    <p:sldId id="279" r:id="rId13"/>
    <p:sldId id="282" r:id="rId14"/>
    <p:sldId id="284" r:id="rId15"/>
    <p:sldId id="286" r:id="rId16"/>
    <p:sldId id="275" r:id="rId17"/>
    <p:sldId id="265" r:id="rId18"/>
    <p:sldId id="266" r:id="rId19"/>
    <p:sldId id="267" r:id="rId20"/>
    <p:sldId id="280" r:id="rId21"/>
    <p:sldId id="287" r:id="rId22"/>
    <p:sldId id="290" r:id="rId23"/>
    <p:sldId id="268" r:id="rId24"/>
    <p:sldId id="276" r:id="rId25"/>
    <p:sldId id="269" r:id="rId26"/>
    <p:sldId id="270" r:id="rId27"/>
    <p:sldId id="297" r:id="rId28"/>
    <p:sldId id="271" r:id="rId29"/>
    <p:sldId id="272" r:id="rId30"/>
    <p:sldId id="281" r:id="rId31"/>
    <p:sldId id="291" r:id="rId32"/>
    <p:sldId id="292" r:id="rId33"/>
    <p:sldId id="277" r:id="rId34"/>
    <p:sldId id="301" r:id="rId35"/>
    <p:sldId id="273" r:id="rId3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24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0.xml"/><Relationship Id="rId7" Type="http://schemas.openxmlformats.org/officeDocument/2006/relationships/image" Target="../media/image2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pn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6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image" Target="../media/image4.jpeg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7.xml"/><Relationship Id="rId7" Type="http://schemas.openxmlformats.org/officeDocument/2006/relationships/image" Target="../media/image2.png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png"/><Relationship Id="rId2" Type="http://schemas.openxmlformats.org/officeDocument/2006/relationships/tags" Target="../tags/tag53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image" Target="../media/image5.jpeg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77.xml"/><Relationship Id="rId7" Type="http://schemas.openxmlformats.org/officeDocument/2006/relationships/image" Target="../media/image2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image" Target="../media/image5.jpeg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835" y="0"/>
            <a:ext cx="6781165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635"/>
            <a:ext cx="918781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3207385" y="0"/>
            <a:ext cx="678116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195" y="-635"/>
            <a:ext cx="9361805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>
            <a:fillRect/>
          </a:stretch>
        </p:blipFill>
        <p:spPr>
          <a:xfrm>
            <a:off x="10824845" y="4699000"/>
            <a:ext cx="1367155" cy="2158365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10"/>
            </p:custDataLst>
          </p:nvPr>
        </p:nvSpPr>
        <p:spPr>
          <a:xfrm>
            <a:off x="534035" y="673100"/>
            <a:ext cx="914400" cy="914400"/>
          </a:xfrm>
          <a:prstGeom prst="ellipse">
            <a:avLst/>
          </a:prstGeom>
          <a:solidFill>
            <a:schemeClr val="accent2">
              <a:lumMod val="87945"/>
              <a:lumOff val="1205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14" name="mortarboard_175188"/>
          <p:cNvSpPr>
            <a:spLocks noChangeAspect="1"/>
          </p:cNvSpPr>
          <p:nvPr userDrawn="1">
            <p:custDataLst>
              <p:tags r:id="rId11"/>
            </p:custDataLst>
          </p:nvPr>
        </p:nvSpPr>
        <p:spPr bwMode="auto">
          <a:xfrm>
            <a:off x="692785" y="887095"/>
            <a:ext cx="597535" cy="486410"/>
          </a:xfrm>
          <a:custGeom>
            <a:avLst/>
            <a:gdLst>
              <a:gd name="T0" fmla="*/ 3178 w 6401"/>
              <a:gd name="T1" fmla="*/ 13 h 5218"/>
              <a:gd name="T2" fmla="*/ 85 w 6401"/>
              <a:gd name="T3" fmla="*/ 1184 h 5218"/>
              <a:gd name="T4" fmla="*/ 86 w 6401"/>
              <a:gd name="T5" fmla="*/ 1433 h 5218"/>
              <a:gd name="T6" fmla="*/ 1007 w 6401"/>
              <a:gd name="T7" fmla="*/ 3415 h 5218"/>
              <a:gd name="T8" fmla="*/ 3101 w 6401"/>
              <a:gd name="T9" fmla="*/ 4360 h 5218"/>
              <a:gd name="T10" fmla="*/ 3116 w 6401"/>
              <a:gd name="T11" fmla="*/ 4365 h 5218"/>
              <a:gd name="T12" fmla="*/ 3135 w 6401"/>
              <a:gd name="T13" fmla="*/ 4369 h 5218"/>
              <a:gd name="T14" fmla="*/ 3152 w 6401"/>
              <a:gd name="T15" fmla="*/ 4370 h 5218"/>
              <a:gd name="T16" fmla="*/ 3173 w 6401"/>
              <a:gd name="T17" fmla="*/ 4368 h 5218"/>
              <a:gd name="T18" fmla="*/ 3191 w 6401"/>
              <a:gd name="T19" fmla="*/ 4364 h 5218"/>
              <a:gd name="T20" fmla="*/ 4273 w 6401"/>
              <a:gd name="T21" fmla="*/ 3878 h 5218"/>
              <a:gd name="T22" fmla="*/ 4279 w 6401"/>
              <a:gd name="T23" fmla="*/ 3917 h 5218"/>
              <a:gd name="T24" fmla="*/ 4071 w 6401"/>
              <a:gd name="T25" fmla="*/ 5184 h 5218"/>
              <a:gd name="T26" fmla="*/ 4202 w 6401"/>
              <a:gd name="T27" fmla="*/ 5212 h 5218"/>
              <a:gd name="T28" fmla="*/ 5129 w 6401"/>
              <a:gd name="T29" fmla="*/ 4846 h 5218"/>
              <a:gd name="T30" fmla="*/ 4537 w 6401"/>
              <a:gd name="T31" fmla="*/ 3895 h 5218"/>
              <a:gd name="T32" fmla="*/ 4541 w 6401"/>
              <a:gd name="T33" fmla="*/ 3757 h 5218"/>
              <a:gd name="T34" fmla="*/ 5393 w 6401"/>
              <a:gd name="T35" fmla="*/ 3286 h 5218"/>
              <a:gd name="T36" fmla="*/ 6312 w 6401"/>
              <a:gd name="T37" fmla="*/ 1504 h 5218"/>
              <a:gd name="T38" fmla="*/ 6316 w 6401"/>
              <a:gd name="T39" fmla="*/ 1254 h 5218"/>
              <a:gd name="T40" fmla="*/ 1273 w 6401"/>
              <a:gd name="T41" fmla="*/ 3325 h 5218"/>
              <a:gd name="T42" fmla="*/ 3018 w 6401"/>
              <a:gd name="T43" fmla="*/ 2553 h 5218"/>
              <a:gd name="T44" fmla="*/ 3285 w 6401"/>
              <a:gd name="T45" fmla="*/ 4031 h 5218"/>
              <a:gd name="T46" fmla="*/ 4115 w 6401"/>
              <a:gd name="T47" fmla="*/ 2292 h 5218"/>
              <a:gd name="T48" fmla="*/ 3285 w 6401"/>
              <a:gd name="T49" fmla="*/ 4031 h 5218"/>
              <a:gd name="T50" fmla="*/ 4340 w 6401"/>
              <a:gd name="T51" fmla="*/ 4884 h 5218"/>
              <a:gd name="T52" fmla="*/ 4792 w 6401"/>
              <a:gd name="T53" fmla="*/ 4734 h 5218"/>
              <a:gd name="T54" fmla="*/ 4365 w 6401"/>
              <a:gd name="T55" fmla="*/ 2202 h 5218"/>
              <a:gd name="T56" fmla="*/ 5127 w 6401"/>
              <a:gd name="T57" fmla="*/ 3200 h 5218"/>
              <a:gd name="T58" fmla="*/ 4538 w 6401"/>
              <a:gd name="T59" fmla="*/ 3466 h 5218"/>
              <a:gd name="T60" fmla="*/ 3035 w 6401"/>
              <a:gd name="T61" fmla="*/ 1206 h 5218"/>
              <a:gd name="T62" fmla="*/ 2943 w 6401"/>
              <a:gd name="T63" fmla="*/ 1457 h 5218"/>
              <a:gd name="T64" fmla="*/ 3199 w 6401"/>
              <a:gd name="T65" fmla="*/ 2337 h 5218"/>
              <a:gd name="T66" fmla="*/ 3129 w 6401"/>
              <a:gd name="T67" fmla="*/ 280 h 5218"/>
              <a:gd name="T68" fmla="*/ 4240 w 6401"/>
              <a:gd name="T69" fmla="*/ 1964 h 5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401" h="5218">
                <a:moveTo>
                  <a:pt x="6316" y="1254"/>
                </a:moveTo>
                <a:lnTo>
                  <a:pt x="3178" y="13"/>
                </a:lnTo>
                <a:cubicBezTo>
                  <a:pt x="3147" y="1"/>
                  <a:pt x="3112" y="0"/>
                  <a:pt x="3080" y="13"/>
                </a:cubicBezTo>
                <a:lnTo>
                  <a:pt x="85" y="1184"/>
                </a:lnTo>
                <a:cubicBezTo>
                  <a:pt x="33" y="1204"/>
                  <a:pt x="0" y="1254"/>
                  <a:pt x="0" y="1309"/>
                </a:cubicBezTo>
                <a:cubicBezTo>
                  <a:pt x="0" y="1364"/>
                  <a:pt x="34" y="1413"/>
                  <a:pt x="86" y="1433"/>
                </a:cubicBezTo>
                <a:lnTo>
                  <a:pt x="1007" y="1785"/>
                </a:lnTo>
                <a:lnTo>
                  <a:pt x="1007" y="3415"/>
                </a:lnTo>
                <a:cubicBezTo>
                  <a:pt x="1007" y="3469"/>
                  <a:pt x="1039" y="3518"/>
                  <a:pt x="1090" y="3538"/>
                </a:cubicBezTo>
                <a:lnTo>
                  <a:pt x="3101" y="4360"/>
                </a:lnTo>
                <a:cubicBezTo>
                  <a:pt x="3105" y="4362"/>
                  <a:pt x="3110" y="4364"/>
                  <a:pt x="3114" y="4365"/>
                </a:cubicBezTo>
                <a:cubicBezTo>
                  <a:pt x="3115" y="4365"/>
                  <a:pt x="3115" y="4365"/>
                  <a:pt x="3116" y="4365"/>
                </a:cubicBezTo>
                <a:cubicBezTo>
                  <a:pt x="3121" y="4367"/>
                  <a:pt x="3126" y="4368"/>
                  <a:pt x="3130" y="4368"/>
                </a:cubicBezTo>
                <a:cubicBezTo>
                  <a:pt x="3132" y="4369"/>
                  <a:pt x="3134" y="4369"/>
                  <a:pt x="3135" y="4369"/>
                </a:cubicBezTo>
                <a:cubicBezTo>
                  <a:pt x="3140" y="4370"/>
                  <a:pt x="3145" y="4370"/>
                  <a:pt x="3151" y="4370"/>
                </a:cubicBezTo>
                <a:cubicBezTo>
                  <a:pt x="3151" y="4370"/>
                  <a:pt x="3151" y="4370"/>
                  <a:pt x="3152" y="4370"/>
                </a:cubicBezTo>
                <a:cubicBezTo>
                  <a:pt x="3158" y="4370"/>
                  <a:pt x="3164" y="4370"/>
                  <a:pt x="3169" y="4369"/>
                </a:cubicBezTo>
                <a:cubicBezTo>
                  <a:pt x="3171" y="4369"/>
                  <a:pt x="3172" y="4369"/>
                  <a:pt x="3173" y="4368"/>
                </a:cubicBezTo>
                <a:cubicBezTo>
                  <a:pt x="3178" y="4368"/>
                  <a:pt x="3183" y="4366"/>
                  <a:pt x="3188" y="4365"/>
                </a:cubicBezTo>
                <a:cubicBezTo>
                  <a:pt x="3189" y="4365"/>
                  <a:pt x="3190" y="4365"/>
                  <a:pt x="3191" y="4364"/>
                </a:cubicBezTo>
                <a:cubicBezTo>
                  <a:pt x="3196" y="4363"/>
                  <a:pt x="3201" y="4361"/>
                  <a:pt x="3206" y="4359"/>
                </a:cubicBezTo>
                <a:lnTo>
                  <a:pt x="4273" y="3878"/>
                </a:lnTo>
                <a:cubicBezTo>
                  <a:pt x="4273" y="3891"/>
                  <a:pt x="4276" y="3903"/>
                  <a:pt x="4280" y="3915"/>
                </a:cubicBezTo>
                <a:cubicBezTo>
                  <a:pt x="4280" y="3916"/>
                  <a:pt x="4279" y="3916"/>
                  <a:pt x="4279" y="3917"/>
                </a:cubicBezTo>
                <a:lnTo>
                  <a:pt x="4029" y="5057"/>
                </a:lnTo>
                <a:cubicBezTo>
                  <a:pt x="4019" y="5103"/>
                  <a:pt x="4035" y="5152"/>
                  <a:pt x="4071" y="5184"/>
                </a:cubicBezTo>
                <a:cubicBezTo>
                  <a:pt x="4095" y="5207"/>
                  <a:pt x="4127" y="5218"/>
                  <a:pt x="4160" y="5218"/>
                </a:cubicBezTo>
                <a:cubicBezTo>
                  <a:pt x="4174" y="5218"/>
                  <a:pt x="4188" y="5216"/>
                  <a:pt x="4202" y="5212"/>
                </a:cubicBezTo>
                <a:lnTo>
                  <a:pt x="5045" y="4930"/>
                </a:lnTo>
                <a:cubicBezTo>
                  <a:pt x="5084" y="4917"/>
                  <a:pt x="5116" y="4886"/>
                  <a:pt x="5129" y="4846"/>
                </a:cubicBezTo>
                <a:cubicBezTo>
                  <a:pt x="5142" y="4806"/>
                  <a:pt x="5136" y="4762"/>
                  <a:pt x="5112" y="4728"/>
                </a:cubicBezTo>
                <a:lnTo>
                  <a:pt x="4537" y="3895"/>
                </a:lnTo>
                <a:cubicBezTo>
                  <a:pt x="4538" y="3889"/>
                  <a:pt x="4539" y="3882"/>
                  <a:pt x="4539" y="3875"/>
                </a:cubicBezTo>
                <a:cubicBezTo>
                  <a:pt x="4539" y="3855"/>
                  <a:pt x="4540" y="3814"/>
                  <a:pt x="4541" y="3757"/>
                </a:cubicBezTo>
                <a:lnTo>
                  <a:pt x="5315" y="3408"/>
                </a:lnTo>
                <a:cubicBezTo>
                  <a:pt x="5363" y="3386"/>
                  <a:pt x="5393" y="3339"/>
                  <a:pt x="5393" y="3286"/>
                </a:cubicBezTo>
                <a:lnTo>
                  <a:pt x="5393" y="1833"/>
                </a:lnTo>
                <a:lnTo>
                  <a:pt x="6312" y="1504"/>
                </a:lnTo>
                <a:cubicBezTo>
                  <a:pt x="6364" y="1485"/>
                  <a:pt x="6399" y="1436"/>
                  <a:pt x="6400" y="1381"/>
                </a:cubicBezTo>
                <a:cubicBezTo>
                  <a:pt x="6401" y="1325"/>
                  <a:pt x="6367" y="1275"/>
                  <a:pt x="6316" y="1254"/>
                </a:cubicBezTo>
                <a:close/>
                <a:moveTo>
                  <a:pt x="3018" y="4038"/>
                </a:moveTo>
                <a:lnTo>
                  <a:pt x="1273" y="3325"/>
                </a:lnTo>
                <a:lnTo>
                  <a:pt x="1273" y="1886"/>
                </a:lnTo>
                <a:lnTo>
                  <a:pt x="3018" y="2553"/>
                </a:lnTo>
                <a:lnTo>
                  <a:pt x="3018" y="4038"/>
                </a:lnTo>
                <a:close/>
                <a:moveTo>
                  <a:pt x="3285" y="4031"/>
                </a:moveTo>
                <a:lnTo>
                  <a:pt x="3285" y="2589"/>
                </a:lnTo>
                <a:lnTo>
                  <a:pt x="4115" y="2292"/>
                </a:lnTo>
                <a:cubicBezTo>
                  <a:pt x="4231" y="2610"/>
                  <a:pt x="4267" y="3190"/>
                  <a:pt x="4273" y="3585"/>
                </a:cubicBezTo>
                <a:lnTo>
                  <a:pt x="3285" y="4031"/>
                </a:lnTo>
                <a:close/>
                <a:moveTo>
                  <a:pt x="4792" y="4734"/>
                </a:moveTo>
                <a:lnTo>
                  <a:pt x="4340" y="4884"/>
                </a:lnTo>
                <a:lnTo>
                  <a:pt x="4474" y="4274"/>
                </a:lnTo>
                <a:lnTo>
                  <a:pt x="4792" y="4734"/>
                </a:lnTo>
                <a:close/>
                <a:moveTo>
                  <a:pt x="4538" y="3466"/>
                </a:moveTo>
                <a:cubicBezTo>
                  <a:pt x="4528" y="3091"/>
                  <a:pt x="4491" y="2551"/>
                  <a:pt x="4365" y="2202"/>
                </a:cubicBezTo>
                <a:lnTo>
                  <a:pt x="5127" y="1929"/>
                </a:lnTo>
                <a:lnTo>
                  <a:pt x="5127" y="3200"/>
                </a:lnTo>
                <a:lnTo>
                  <a:pt x="5127" y="3200"/>
                </a:lnTo>
                <a:lnTo>
                  <a:pt x="4538" y="3466"/>
                </a:lnTo>
                <a:close/>
                <a:moveTo>
                  <a:pt x="4240" y="1964"/>
                </a:moveTo>
                <a:cubicBezTo>
                  <a:pt x="3913" y="1533"/>
                  <a:pt x="3072" y="1220"/>
                  <a:pt x="3035" y="1206"/>
                </a:cubicBezTo>
                <a:cubicBezTo>
                  <a:pt x="2966" y="1181"/>
                  <a:pt x="2890" y="1216"/>
                  <a:pt x="2864" y="1285"/>
                </a:cubicBezTo>
                <a:cubicBezTo>
                  <a:pt x="2839" y="1355"/>
                  <a:pt x="2874" y="1431"/>
                  <a:pt x="2943" y="1457"/>
                </a:cubicBezTo>
                <a:cubicBezTo>
                  <a:pt x="3155" y="1535"/>
                  <a:pt x="3709" y="1781"/>
                  <a:pt x="3972" y="2060"/>
                </a:cubicBezTo>
                <a:lnTo>
                  <a:pt x="3199" y="2337"/>
                </a:lnTo>
                <a:lnTo>
                  <a:pt x="503" y="1307"/>
                </a:lnTo>
                <a:lnTo>
                  <a:pt x="3129" y="280"/>
                </a:lnTo>
                <a:lnTo>
                  <a:pt x="5889" y="1372"/>
                </a:lnTo>
                <a:lnTo>
                  <a:pt x="4240" y="19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5" name="矩形 14"/>
          <p:cNvSpPr/>
          <p:nvPr userDrawn="1">
            <p:custDataLst>
              <p:tags r:id="rId12"/>
            </p:custDataLst>
          </p:nvPr>
        </p:nvSpPr>
        <p:spPr>
          <a:xfrm>
            <a:off x="101600" y="114300"/>
            <a:ext cx="119888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6" name="矩形 5"/>
          <p:cNvSpPr/>
          <p:nvPr userDrawn="1">
            <p:custDataLst>
              <p:tags r:id="rId13"/>
            </p:custDataLst>
          </p:nvPr>
        </p:nvSpPr>
        <p:spPr>
          <a:xfrm>
            <a:off x="3004457" y="0"/>
            <a:ext cx="9187543" cy="6857143"/>
          </a:xfrm>
          <a:prstGeom prst="rect">
            <a:avLst/>
          </a:prstGeom>
          <a:blipFill>
            <a:blip r:embed="rId14"/>
            <a:stretch>
              <a:fillRect l="-11339" r="-112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 flipH="1">
            <a:off x="0" y="1270"/>
            <a:ext cx="9834245" cy="6856730"/>
            <a:chOff x="2122715" y="-644"/>
            <a:chExt cx="7021285" cy="5144144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85"/>
            <a:stretch>
              <a:fillRect/>
            </a:stretch>
          </p:blipFill>
          <p:spPr>
            <a:xfrm>
              <a:off x="4057930" y="0"/>
              <a:ext cx="5086070" cy="514350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85"/>
            <a:stretch>
              <a:fillRect/>
            </a:stretch>
          </p:blipFill>
          <p:spPr>
            <a:xfrm>
              <a:off x="2405743" y="0"/>
              <a:ext cx="5086070" cy="514350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060" t="14467" r="387" b="19689"/>
            <a:stretch>
              <a:fillRect/>
            </a:stretch>
          </p:blipFill>
          <p:spPr>
            <a:xfrm>
              <a:off x="2122715" y="-644"/>
              <a:ext cx="7021285" cy="5143500"/>
            </a:xfrm>
            <a:prstGeom prst="rect">
              <a:avLst/>
            </a:prstGeom>
          </p:spPr>
        </p:pic>
      </p:grpSp>
      <p:sp>
        <p:nvSpPr>
          <p:cNvPr id="1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8" name="椭圆 27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>
            <a:off x="311785" y="1198245"/>
            <a:ext cx="1873250" cy="18732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1100">
              <a:cs typeface="+mn-ea"/>
              <a:sym typeface="+mn-lt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275272" y="1642477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835" y="0"/>
            <a:ext cx="6781165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87815" cy="6857365"/>
          </a:xfrm>
          <a:prstGeom prst="rect">
            <a:avLst/>
          </a:prstGeom>
          <a:solidFill>
            <a:schemeClr val="accent2">
              <a:lumMod val="87945"/>
              <a:lumOff val="1205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3207385" y="0"/>
            <a:ext cx="678116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195" y="-635"/>
            <a:ext cx="9361805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>
            <a:fillRect/>
          </a:stretch>
        </p:blipFill>
        <p:spPr>
          <a:xfrm>
            <a:off x="10824845" y="4699000"/>
            <a:ext cx="1367155" cy="2158365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10"/>
            </p:custDataLst>
          </p:nvPr>
        </p:nvSpPr>
        <p:spPr>
          <a:xfrm>
            <a:off x="101600" y="101600"/>
            <a:ext cx="119888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pic>
        <p:nvPicPr>
          <p:cNvPr id="7" name="图片 8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573" y="0"/>
            <a:ext cx="6781427" cy="6858000"/>
          </a:xfrm>
          <a:prstGeom prst="rect">
            <a:avLst/>
          </a:prstGeom>
        </p:spPr>
      </p:pic>
      <p:sp>
        <p:nvSpPr>
          <p:cNvPr id="16" name="矩形 5"/>
          <p:cNvSpPr/>
          <p:nvPr userDrawn="1">
            <p:custDataLst>
              <p:tags r:id="rId12"/>
            </p:custDataLst>
          </p:nvPr>
        </p:nvSpPr>
        <p:spPr>
          <a:xfrm>
            <a:off x="1" y="0"/>
            <a:ext cx="9187543" cy="6857143"/>
          </a:xfrm>
          <a:prstGeom prst="rect">
            <a:avLst/>
          </a:prstGeom>
          <a:blipFill>
            <a:blip r:embed="rId13"/>
            <a:stretch>
              <a:fillRect l="-6205" r="-618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7" name="图片 7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3207657" y="0"/>
            <a:ext cx="6781427" cy="6858000"/>
          </a:xfrm>
          <a:prstGeom prst="rect">
            <a:avLst/>
          </a:prstGeom>
        </p:spPr>
      </p:pic>
      <p:pic>
        <p:nvPicPr>
          <p:cNvPr id="18" name="图片 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287" y="-859"/>
            <a:ext cx="9361713" cy="6858000"/>
          </a:xfrm>
          <a:prstGeom prst="rect">
            <a:avLst/>
          </a:prstGeom>
        </p:spPr>
      </p:pic>
      <p:sp>
        <p:nvSpPr>
          <p:cNvPr id="6" name="日期"/>
          <p:cNvSpPr txBox="1"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5078942" y="1651000"/>
            <a:ext cx="6097058" cy="457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20XX YEAR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16385" hasCustomPrompt="1"/>
            <p:custDataLst>
              <p:tags r:id="rId17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14" name="署名占位符 10"/>
          <p:cNvSpPr>
            <a:spLocks noGrp="1"/>
          </p:cNvSpPr>
          <p:nvPr>
            <p:ph type="body" sz="quarter" idx="16387" hasCustomPrompt="1"/>
            <p:custDataLst>
              <p:tags r:id="rId18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>
            <a:fillRect/>
          </a:stretch>
        </p:blipFill>
        <p:spPr>
          <a:xfrm>
            <a:off x="10824845" y="4699000"/>
            <a:ext cx="1367155" cy="2158365"/>
          </a:xfrm>
          <a:prstGeom prst="rect">
            <a:avLst/>
          </a:prstGeom>
        </p:spPr>
      </p:pic>
      <p:sp useBgFill="1">
        <p:nvSpPr>
          <p:cNvPr id="15" name="矩形 14"/>
          <p:cNvSpPr/>
          <p:nvPr userDrawn="1">
            <p:custDataLst>
              <p:tags r:id="rId4"/>
            </p:custDataLst>
          </p:nvPr>
        </p:nvSpPr>
        <p:spPr>
          <a:xfrm>
            <a:off x="635" y="1522095"/>
            <a:ext cx="12191365" cy="53359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5" name="矩形 34"/>
          <p:cNvSpPr/>
          <p:nvPr userDrawn="1">
            <p:custDataLst>
              <p:tags r:id="rId5"/>
            </p:custDataLst>
          </p:nvPr>
        </p:nvSpPr>
        <p:spPr>
          <a:xfrm>
            <a:off x="4934585" y="635"/>
            <a:ext cx="7252970" cy="7061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p>
            <a:pPr algn="ctr" defTabSz="685800">
              <a:lnSpc>
                <a:spcPct val="130000"/>
              </a:lnSpc>
            </a:pPr>
            <a:endParaRPr lang="zh-CN" altLang="en-US" sz="135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idx="16385" hasCustomPrompt="1"/>
            <p:custDataLst>
              <p:tags r:id="rId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635" y="0"/>
            <a:ext cx="9177655" cy="706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pic>
        <p:nvPicPr>
          <p:cNvPr id="17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287" y="0"/>
            <a:ext cx="9361713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835" y="0"/>
            <a:ext cx="6781165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87815" cy="6857365"/>
          </a:xfrm>
          <a:prstGeom prst="rect">
            <a:avLst/>
          </a:prstGeom>
          <a:solidFill>
            <a:schemeClr val="accent2">
              <a:lumMod val="87945"/>
              <a:lumOff val="1205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3207385" y="0"/>
            <a:ext cx="678116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195" y="-635"/>
            <a:ext cx="9361805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>
            <a:fillRect/>
          </a:stretch>
        </p:blipFill>
        <p:spPr>
          <a:xfrm>
            <a:off x="10824845" y="4699000"/>
            <a:ext cx="1367155" cy="2158365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10"/>
            </p:custDataLst>
          </p:nvPr>
        </p:nvSpPr>
        <p:spPr>
          <a:xfrm>
            <a:off x="101600" y="101600"/>
            <a:ext cx="119888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pic>
        <p:nvPicPr>
          <p:cNvPr id="6" name="图片 8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573" y="0"/>
            <a:ext cx="6781427" cy="6858000"/>
          </a:xfrm>
          <a:prstGeom prst="rect">
            <a:avLst/>
          </a:prstGeom>
        </p:spPr>
      </p:pic>
      <p:sp>
        <p:nvSpPr>
          <p:cNvPr id="7" name="矩形 5"/>
          <p:cNvSpPr/>
          <p:nvPr userDrawn="1">
            <p:custDataLst>
              <p:tags r:id="rId12"/>
            </p:custDataLst>
          </p:nvPr>
        </p:nvSpPr>
        <p:spPr>
          <a:xfrm>
            <a:off x="1" y="0"/>
            <a:ext cx="9187543" cy="6857143"/>
          </a:xfrm>
          <a:prstGeom prst="rect">
            <a:avLst/>
          </a:prstGeom>
          <a:blipFill>
            <a:blip r:embed="rId13"/>
            <a:stretch>
              <a:fillRect l="-6205" r="-618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6" name="图片 7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3207657" y="0"/>
            <a:ext cx="6781427" cy="6858000"/>
          </a:xfrm>
          <a:prstGeom prst="rect">
            <a:avLst/>
          </a:prstGeom>
        </p:spPr>
      </p:pic>
      <p:pic>
        <p:nvPicPr>
          <p:cNvPr id="17" name="图片 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0" t="14467" r="387" b="19689"/>
          <a:stretch>
            <a:fillRect/>
          </a:stretch>
        </p:blipFill>
        <p:spPr>
          <a:xfrm>
            <a:off x="2830287" y="-859"/>
            <a:ext cx="9361713" cy="6858000"/>
          </a:xfrm>
          <a:prstGeom prst="rect">
            <a:avLst/>
          </a:prstGeom>
        </p:spPr>
      </p:pic>
      <p:sp>
        <p:nvSpPr>
          <p:cNvPr id="21" name="Subtitle 20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idx="16385" hasCustomPrompt="1"/>
            <p:custDataLst>
              <p:tags r:id="rId17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8" Type="http://schemas.openxmlformats.org/officeDocument/2006/relationships/theme" Target="../theme/theme2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image" Target="../media/image3.png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image" Target="../media/image1.png"/><Relationship Id="rId13" Type="http://schemas.openxmlformats.org/officeDocument/2006/relationships/tags" Target="../tags/tag10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5"/>
          <a:stretch>
            <a:fillRect/>
          </a:stretch>
        </p:blipFill>
        <p:spPr>
          <a:xfrm>
            <a:off x="5410835" y="0"/>
            <a:ext cx="6781165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9187815" cy="6857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457200"/>
            <a:endParaRPr lang="zh-CN" altLang="en-US" sz="1355"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>
            <a:fillRect/>
          </a:stretch>
        </p:blipFill>
        <p:spPr>
          <a:xfrm>
            <a:off x="10824845" y="4699000"/>
            <a:ext cx="1367155" cy="2158365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18"/>
            </p:custDataLst>
          </p:nvPr>
        </p:nvSpPr>
        <p:spPr>
          <a:xfrm>
            <a:off x="534035" y="673100"/>
            <a:ext cx="914400" cy="914400"/>
          </a:xfrm>
          <a:prstGeom prst="ellipse">
            <a:avLst/>
          </a:prstGeom>
          <a:solidFill>
            <a:schemeClr val="accent2">
              <a:lumMod val="87945"/>
              <a:lumOff val="1205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14" name="mortarboard_175188"/>
          <p:cNvSpPr>
            <a:spLocks noChangeAspect="1"/>
          </p:cNvSpPr>
          <p:nvPr userDrawn="1">
            <p:custDataLst>
              <p:tags r:id="rId19"/>
            </p:custDataLst>
          </p:nvPr>
        </p:nvSpPr>
        <p:spPr bwMode="auto">
          <a:xfrm>
            <a:off x="692785" y="887095"/>
            <a:ext cx="597535" cy="486410"/>
          </a:xfrm>
          <a:custGeom>
            <a:avLst/>
            <a:gdLst>
              <a:gd name="T0" fmla="*/ 3178 w 6401"/>
              <a:gd name="T1" fmla="*/ 13 h 5218"/>
              <a:gd name="T2" fmla="*/ 85 w 6401"/>
              <a:gd name="T3" fmla="*/ 1184 h 5218"/>
              <a:gd name="T4" fmla="*/ 86 w 6401"/>
              <a:gd name="T5" fmla="*/ 1433 h 5218"/>
              <a:gd name="T6" fmla="*/ 1007 w 6401"/>
              <a:gd name="T7" fmla="*/ 3415 h 5218"/>
              <a:gd name="T8" fmla="*/ 3101 w 6401"/>
              <a:gd name="T9" fmla="*/ 4360 h 5218"/>
              <a:gd name="T10" fmla="*/ 3116 w 6401"/>
              <a:gd name="T11" fmla="*/ 4365 h 5218"/>
              <a:gd name="T12" fmla="*/ 3135 w 6401"/>
              <a:gd name="T13" fmla="*/ 4369 h 5218"/>
              <a:gd name="T14" fmla="*/ 3152 w 6401"/>
              <a:gd name="T15" fmla="*/ 4370 h 5218"/>
              <a:gd name="T16" fmla="*/ 3173 w 6401"/>
              <a:gd name="T17" fmla="*/ 4368 h 5218"/>
              <a:gd name="T18" fmla="*/ 3191 w 6401"/>
              <a:gd name="T19" fmla="*/ 4364 h 5218"/>
              <a:gd name="T20" fmla="*/ 4273 w 6401"/>
              <a:gd name="T21" fmla="*/ 3878 h 5218"/>
              <a:gd name="T22" fmla="*/ 4279 w 6401"/>
              <a:gd name="T23" fmla="*/ 3917 h 5218"/>
              <a:gd name="T24" fmla="*/ 4071 w 6401"/>
              <a:gd name="T25" fmla="*/ 5184 h 5218"/>
              <a:gd name="T26" fmla="*/ 4202 w 6401"/>
              <a:gd name="T27" fmla="*/ 5212 h 5218"/>
              <a:gd name="T28" fmla="*/ 5129 w 6401"/>
              <a:gd name="T29" fmla="*/ 4846 h 5218"/>
              <a:gd name="T30" fmla="*/ 4537 w 6401"/>
              <a:gd name="T31" fmla="*/ 3895 h 5218"/>
              <a:gd name="T32" fmla="*/ 4541 w 6401"/>
              <a:gd name="T33" fmla="*/ 3757 h 5218"/>
              <a:gd name="T34" fmla="*/ 5393 w 6401"/>
              <a:gd name="T35" fmla="*/ 3286 h 5218"/>
              <a:gd name="T36" fmla="*/ 6312 w 6401"/>
              <a:gd name="T37" fmla="*/ 1504 h 5218"/>
              <a:gd name="T38" fmla="*/ 6316 w 6401"/>
              <a:gd name="T39" fmla="*/ 1254 h 5218"/>
              <a:gd name="T40" fmla="*/ 1273 w 6401"/>
              <a:gd name="T41" fmla="*/ 3325 h 5218"/>
              <a:gd name="T42" fmla="*/ 3018 w 6401"/>
              <a:gd name="T43" fmla="*/ 2553 h 5218"/>
              <a:gd name="T44" fmla="*/ 3285 w 6401"/>
              <a:gd name="T45" fmla="*/ 4031 h 5218"/>
              <a:gd name="T46" fmla="*/ 4115 w 6401"/>
              <a:gd name="T47" fmla="*/ 2292 h 5218"/>
              <a:gd name="T48" fmla="*/ 3285 w 6401"/>
              <a:gd name="T49" fmla="*/ 4031 h 5218"/>
              <a:gd name="T50" fmla="*/ 4340 w 6401"/>
              <a:gd name="T51" fmla="*/ 4884 h 5218"/>
              <a:gd name="T52" fmla="*/ 4792 w 6401"/>
              <a:gd name="T53" fmla="*/ 4734 h 5218"/>
              <a:gd name="T54" fmla="*/ 4365 w 6401"/>
              <a:gd name="T55" fmla="*/ 2202 h 5218"/>
              <a:gd name="T56" fmla="*/ 5127 w 6401"/>
              <a:gd name="T57" fmla="*/ 3200 h 5218"/>
              <a:gd name="T58" fmla="*/ 4538 w 6401"/>
              <a:gd name="T59" fmla="*/ 3466 h 5218"/>
              <a:gd name="T60" fmla="*/ 3035 w 6401"/>
              <a:gd name="T61" fmla="*/ 1206 h 5218"/>
              <a:gd name="T62" fmla="*/ 2943 w 6401"/>
              <a:gd name="T63" fmla="*/ 1457 h 5218"/>
              <a:gd name="T64" fmla="*/ 3199 w 6401"/>
              <a:gd name="T65" fmla="*/ 2337 h 5218"/>
              <a:gd name="T66" fmla="*/ 3129 w 6401"/>
              <a:gd name="T67" fmla="*/ 280 h 5218"/>
              <a:gd name="T68" fmla="*/ 4240 w 6401"/>
              <a:gd name="T69" fmla="*/ 1964 h 5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401" h="5218">
                <a:moveTo>
                  <a:pt x="6316" y="1254"/>
                </a:moveTo>
                <a:lnTo>
                  <a:pt x="3178" y="13"/>
                </a:lnTo>
                <a:cubicBezTo>
                  <a:pt x="3147" y="1"/>
                  <a:pt x="3112" y="0"/>
                  <a:pt x="3080" y="13"/>
                </a:cubicBezTo>
                <a:lnTo>
                  <a:pt x="85" y="1184"/>
                </a:lnTo>
                <a:cubicBezTo>
                  <a:pt x="33" y="1204"/>
                  <a:pt x="0" y="1254"/>
                  <a:pt x="0" y="1309"/>
                </a:cubicBezTo>
                <a:cubicBezTo>
                  <a:pt x="0" y="1364"/>
                  <a:pt x="34" y="1413"/>
                  <a:pt x="86" y="1433"/>
                </a:cubicBezTo>
                <a:lnTo>
                  <a:pt x="1007" y="1785"/>
                </a:lnTo>
                <a:lnTo>
                  <a:pt x="1007" y="3415"/>
                </a:lnTo>
                <a:cubicBezTo>
                  <a:pt x="1007" y="3469"/>
                  <a:pt x="1039" y="3518"/>
                  <a:pt x="1090" y="3538"/>
                </a:cubicBezTo>
                <a:lnTo>
                  <a:pt x="3101" y="4360"/>
                </a:lnTo>
                <a:cubicBezTo>
                  <a:pt x="3105" y="4362"/>
                  <a:pt x="3110" y="4364"/>
                  <a:pt x="3114" y="4365"/>
                </a:cubicBezTo>
                <a:cubicBezTo>
                  <a:pt x="3115" y="4365"/>
                  <a:pt x="3115" y="4365"/>
                  <a:pt x="3116" y="4365"/>
                </a:cubicBezTo>
                <a:cubicBezTo>
                  <a:pt x="3121" y="4367"/>
                  <a:pt x="3126" y="4368"/>
                  <a:pt x="3130" y="4368"/>
                </a:cubicBezTo>
                <a:cubicBezTo>
                  <a:pt x="3132" y="4369"/>
                  <a:pt x="3134" y="4369"/>
                  <a:pt x="3135" y="4369"/>
                </a:cubicBezTo>
                <a:cubicBezTo>
                  <a:pt x="3140" y="4370"/>
                  <a:pt x="3145" y="4370"/>
                  <a:pt x="3151" y="4370"/>
                </a:cubicBezTo>
                <a:cubicBezTo>
                  <a:pt x="3151" y="4370"/>
                  <a:pt x="3151" y="4370"/>
                  <a:pt x="3152" y="4370"/>
                </a:cubicBezTo>
                <a:cubicBezTo>
                  <a:pt x="3158" y="4370"/>
                  <a:pt x="3164" y="4370"/>
                  <a:pt x="3169" y="4369"/>
                </a:cubicBezTo>
                <a:cubicBezTo>
                  <a:pt x="3171" y="4369"/>
                  <a:pt x="3172" y="4369"/>
                  <a:pt x="3173" y="4368"/>
                </a:cubicBezTo>
                <a:cubicBezTo>
                  <a:pt x="3178" y="4368"/>
                  <a:pt x="3183" y="4366"/>
                  <a:pt x="3188" y="4365"/>
                </a:cubicBezTo>
                <a:cubicBezTo>
                  <a:pt x="3189" y="4365"/>
                  <a:pt x="3190" y="4365"/>
                  <a:pt x="3191" y="4364"/>
                </a:cubicBezTo>
                <a:cubicBezTo>
                  <a:pt x="3196" y="4363"/>
                  <a:pt x="3201" y="4361"/>
                  <a:pt x="3206" y="4359"/>
                </a:cubicBezTo>
                <a:lnTo>
                  <a:pt x="4273" y="3878"/>
                </a:lnTo>
                <a:cubicBezTo>
                  <a:pt x="4273" y="3891"/>
                  <a:pt x="4276" y="3903"/>
                  <a:pt x="4280" y="3915"/>
                </a:cubicBezTo>
                <a:cubicBezTo>
                  <a:pt x="4280" y="3916"/>
                  <a:pt x="4279" y="3916"/>
                  <a:pt x="4279" y="3917"/>
                </a:cubicBezTo>
                <a:lnTo>
                  <a:pt x="4029" y="5057"/>
                </a:lnTo>
                <a:cubicBezTo>
                  <a:pt x="4019" y="5103"/>
                  <a:pt x="4035" y="5152"/>
                  <a:pt x="4071" y="5184"/>
                </a:cubicBezTo>
                <a:cubicBezTo>
                  <a:pt x="4095" y="5207"/>
                  <a:pt x="4127" y="5218"/>
                  <a:pt x="4160" y="5218"/>
                </a:cubicBezTo>
                <a:cubicBezTo>
                  <a:pt x="4174" y="5218"/>
                  <a:pt x="4188" y="5216"/>
                  <a:pt x="4202" y="5212"/>
                </a:cubicBezTo>
                <a:lnTo>
                  <a:pt x="5045" y="4930"/>
                </a:lnTo>
                <a:cubicBezTo>
                  <a:pt x="5084" y="4917"/>
                  <a:pt x="5116" y="4886"/>
                  <a:pt x="5129" y="4846"/>
                </a:cubicBezTo>
                <a:cubicBezTo>
                  <a:pt x="5142" y="4806"/>
                  <a:pt x="5136" y="4762"/>
                  <a:pt x="5112" y="4728"/>
                </a:cubicBezTo>
                <a:lnTo>
                  <a:pt x="4537" y="3895"/>
                </a:lnTo>
                <a:cubicBezTo>
                  <a:pt x="4538" y="3889"/>
                  <a:pt x="4539" y="3882"/>
                  <a:pt x="4539" y="3875"/>
                </a:cubicBezTo>
                <a:cubicBezTo>
                  <a:pt x="4539" y="3855"/>
                  <a:pt x="4540" y="3814"/>
                  <a:pt x="4541" y="3757"/>
                </a:cubicBezTo>
                <a:lnTo>
                  <a:pt x="5315" y="3408"/>
                </a:lnTo>
                <a:cubicBezTo>
                  <a:pt x="5363" y="3386"/>
                  <a:pt x="5393" y="3339"/>
                  <a:pt x="5393" y="3286"/>
                </a:cubicBezTo>
                <a:lnTo>
                  <a:pt x="5393" y="1833"/>
                </a:lnTo>
                <a:lnTo>
                  <a:pt x="6312" y="1504"/>
                </a:lnTo>
                <a:cubicBezTo>
                  <a:pt x="6364" y="1485"/>
                  <a:pt x="6399" y="1436"/>
                  <a:pt x="6400" y="1381"/>
                </a:cubicBezTo>
                <a:cubicBezTo>
                  <a:pt x="6401" y="1325"/>
                  <a:pt x="6367" y="1275"/>
                  <a:pt x="6316" y="1254"/>
                </a:cubicBezTo>
                <a:close/>
                <a:moveTo>
                  <a:pt x="3018" y="4038"/>
                </a:moveTo>
                <a:lnTo>
                  <a:pt x="1273" y="3325"/>
                </a:lnTo>
                <a:lnTo>
                  <a:pt x="1273" y="1886"/>
                </a:lnTo>
                <a:lnTo>
                  <a:pt x="3018" y="2553"/>
                </a:lnTo>
                <a:lnTo>
                  <a:pt x="3018" y="4038"/>
                </a:lnTo>
                <a:close/>
                <a:moveTo>
                  <a:pt x="3285" y="4031"/>
                </a:moveTo>
                <a:lnTo>
                  <a:pt x="3285" y="2589"/>
                </a:lnTo>
                <a:lnTo>
                  <a:pt x="4115" y="2292"/>
                </a:lnTo>
                <a:cubicBezTo>
                  <a:pt x="4231" y="2610"/>
                  <a:pt x="4267" y="3190"/>
                  <a:pt x="4273" y="3585"/>
                </a:cubicBezTo>
                <a:lnTo>
                  <a:pt x="3285" y="4031"/>
                </a:lnTo>
                <a:close/>
                <a:moveTo>
                  <a:pt x="4792" y="4734"/>
                </a:moveTo>
                <a:lnTo>
                  <a:pt x="4340" y="4884"/>
                </a:lnTo>
                <a:lnTo>
                  <a:pt x="4474" y="4274"/>
                </a:lnTo>
                <a:lnTo>
                  <a:pt x="4792" y="4734"/>
                </a:lnTo>
                <a:close/>
                <a:moveTo>
                  <a:pt x="4538" y="3466"/>
                </a:moveTo>
                <a:cubicBezTo>
                  <a:pt x="4528" y="3091"/>
                  <a:pt x="4491" y="2551"/>
                  <a:pt x="4365" y="2202"/>
                </a:cubicBezTo>
                <a:lnTo>
                  <a:pt x="5127" y="1929"/>
                </a:lnTo>
                <a:lnTo>
                  <a:pt x="5127" y="3200"/>
                </a:lnTo>
                <a:lnTo>
                  <a:pt x="5127" y="3200"/>
                </a:lnTo>
                <a:lnTo>
                  <a:pt x="4538" y="3466"/>
                </a:lnTo>
                <a:close/>
                <a:moveTo>
                  <a:pt x="4240" y="1964"/>
                </a:moveTo>
                <a:cubicBezTo>
                  <a:pt x="3913" y="1533"/>
                  <a:pt x="3072" y="1220"/>
                  <a:pt x="3035" y="1206"/>
                </a:cubicBezTo>
                <a:cubicBezTo>
                  <a:pt x="2966" y="1181"/>
                  <a:pt x="2890" y="1216"/>
                  <a:pt x="2864" y="1285"/>
                </a:cubicBezTo>
                <a:cubicBezTo>
                  <a:pt x="2839" y="1355"/>
                  <a:pt x="2874" y="1431"/>
                  <a:pt x="2943" y="1457"/>
                </a:cubicBezTo>
                <a:cubicBezTo>
                  <a:pt x="3155" y="1535"/>
                  <a:pt x="3709" y="1781"/>
                  <a:pt x="3972" y="2060"/>
                </a:cubicBezTo>
                <a:lnTo>
                  <a:pt x="3199" y="2337"/>
                </a:lnTo>
                <a:lnTo>
                  <a:pt x="503" y="1307"/>
                </a:lnTo>
                <a:lnTo>
                  <a:pt x="3129" y="280"/>
                </a:lnTo>
                <a:lnTo>
                  <a:pt x="5889" y="1372"/>
                </a:lnTo>
                <a:lnTo>
                  <a:pt x="4240" y="19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 useBgFill="1">
        <p:nvSpPr>
          <p:cNvPr id="15" name="圆角矩形 14"/>
          <p:cNvSpPr/>
          <p:nvPr userDrawn="1">
            <p:custDataLst>
              <p:tags r:id="rId20"/>
            </p:custDataLst>
          </p:nvPr>
        </p:nvSpPr>
        <p:spPr>
          <a:xfrm>
            <a:off x="226695" y="219393"/>
            <a:ext cx="11738610" cy="6419215"/>
          </a:xfrm>
          <a:prstGeom prst="roundRect">
            <a:avLst>
              <a:gd name="adj" fmla="val 414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</p:spTree>
    <p:custDataLst>
      <p:tags r:id="rId2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2">
              <a:lumMod val="75000"/>
            </a:schemeClr>
          </a:solidFill>
          <a:effectLst/>
          <a:uFill>
            <a:solidFill>
              <a:srgbClr val="20416C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9" Type="http://schemas.openxmlformats.org/officeDocument/2006/relationships/slideLayout" Target="../slideLayouts/slideLayout16.xml"/><Relationship Id="rId78" Type="http://schemas.openxmlformats.org/officeDocument/2006/relationships/tags" Target="../tags/tag206.xml"/><Relationship Id="rId77" Type="http://schemas.openxmlformats.org/officeDocument/2006/relationships/tags" Target="../tags/tag205.xml"/><Relationship Id="rId76" Type="http://schemas.openxmlformats.org/officeDocument/2006/relationships/tags" Target="../tags/tag204.xml"/><Relationship Id="rId75" Type="http://schemas.openxmlformats.org/officeDocument/2006/relationships/tags" Target="../tags/tag203.xml"/><Relationship Id="rId74" Type="http://schemas.openxmlformats.org/officeDocument/2006/relationships/tags" Target="../tags/tag202.xml"/><Relationship Id="rId73" Type="http://schemas.openxmlformats.org/officeDocument/2006/relationships/tags" Target="../tags/tag201.xml"/><Relationship Id="rId72" Type="http://schemas.openxmlformats.org/officeDocument/2006/relationships/tags" Target="../tags/tag200.xml"/><Relationship Id="rId71" Type="http://schemas.openxmlformats.org/officeDocument/2006/relationships/image" Target="../media/image15.svg"/><Relationship Id="rId70" Type="http://schemas.openxmlformats.org/officeDocument/2006/relationships/image" Target="../media/image14.png"/><Relationship Id="rId7" Type="http://schemas.openxmlformats.org/officeDocument/2006/relationships/tags" Target="../tags/tag145.xml"/><Relationship Id="rId69" Type="http://schemas.openxmlformats.org/officeDocument/2006/relationships/tags" Target="../tags/tag199.xml"/><Relationship Id="rId68" Type="http://schemas.openxmlformats.org/officeDocument/2006/relationships/tags" Target="../tags/tag198.xml"/><Relationship Id="rId67" Type="http://schemas.openxmlformats.org/officeDocument/2006/relationships/tags" Target="../tags/tag197.xml"/><Relationship Id="rId66" Type="http://schemas.openxmlformats.org/officeDocument/2006/relationships/tags" Target="../tags/tag196.xml"/><Relationship Id="rId65" Type="http://schemas.openxmlformats.org/officeDocument/2006/relationships/tags" Target="../tags/tag195.xml"/><Relationship Id="rId64" Type="http://schemas.openxmlformats.org/officeDocument/2006/relationships/image" Target="../media/image13.svg"/><Relationship Id="rId63" Type="http://schemas.openxmlformats.org/officeDocument/2006/relationships/image" Target="../media/image12.png"/><Relationship Id="rId62" Type="http://schemas.openxmlformats.org/officeDocument/2006/relationships/tags" Target="../tags/tag194.xml"/><Relationship Id="rId61" Type="http://schemas.openxmlformats.org/officeDocument/2006/relationships/tags" Target="../tags/tag193.xml"/><Relationship Id="rId60" Type="http://schemas.openxmlformats.org/officeDocument/2006/relationships/tags" Target="../tags/tag192.xml"/><Relationship Id="rId6" Type="http://schemas.openxmlformats.org/officeDocument/2006/relationships/tags" Target="../tags/tag144.xml"/><Relationship Id="rId59" Type="http://schemas.openxmlformats.org/officeDocument/2006/relationships/tags" Target="../tags/tag191.xml"/><Relationship Id="rId58" Type="http://schemas.openxmlformats.org/officeDocument/2006/relationships/tags" Target="../tags/tag190.xml"/><Relationship Id="rId57" Type="http://schemas.openxmlformats.org/officeDocument/2006/relationships/tags" Target="../tags/tag189.xml"/><Relationship Id="rId56" Type="http://schemas.openxmlformats.org/officeDocument/2006/relationships/image" Target="../media/image11.svg"/><Relationship Id="rId55" Type="http://schemas.openxmlformats.org/officeDocument/2006/relationships/image" Target="../media/image10.png"/><Relationship Id="rId54" Type="http://schemas.openxmlformats.org/officeDocument/2006/relationships/tags" Target="../tags/tag188.xml"/><Relationship Id="rId53" Type="http://schemas.openxmlformats.org/officeDocument/2006/relationships/tags" Target="../tags/tag187.xml"/><Relationship Id="rId52" Type="http://schemas.openxmlformats.org/officeDocument/2006/relationships/tags" Target="../tags/tag186.xml"/><Relationship Id="rId51" Type="http://schemas.openxmlformats.org/officeDocument/2006/relationships/tags" Target="../tags/tag185.xml"/><Relationship Id="rId50" Type="http://schemas.openxmlformats.org/officeDocument/2006/relationships/tags" Target="../tags/tag184.xml"/><Relationship Id="rId5" Type="http://schemas.openxmlformats.org/officeDocument/2006/relationships/tags" Target="../tags/tag143.xml"/><Relationship Id="rId49" Type="http://schemas.openxmlformats.org/officeDocument/2006/relationships/tags" Target="../tags/tag183.xml"/><Relationship Id="rId48" Type="http://schemas.openxmlformats.org/officeDocument/2006/relationships/image" Target="../media/image9.svg"/><Relationship Id="rId47" Type="http://schemas.openxmlformats.org/officeDocument/2006/relationships/image" Target="../media/image8.png"/><Relationship Id="rId46" Type="http://schemas.openxmlformats.org/officeDocument/2006/relationships/tags" Target="../tags/tag182.xml"/><Relationship Id="rId45" Type="http://schemas.openxmlformats.org/officeDocument/2006/relationships/tags" Target="../tags/tag181.xml"/><Relationship Id="rId44" Type="http://schemas.openxmlformats.org/officeDocument/2006/relationships/tags" Target="../tags/tag180.xml"/><Relationship Id="rId43" Type="http://schemas.openxmlformats.org/officeDocument/2006/relationships/tags" Target="../tags/tag179.xml"/><Relationship Id="rId42" Type="http://schemas.openxmlformats.org/officeDocument/2006/relationships/tags" Target="../tags/tag178.xml"/><Relationship Id="rId41" Type="http://schemas.openxmlformats.org/officeDocument/2006/relationships/tags" Target="../tags/tag177.xml"/><Relationship Id="rId40" Type="http://schemas.openxmlformats.org/officeDocument/2006/relationships/image" Target="../media/image7.svg"/><Relationship Id="rId4" Type="http://schemas.openxmlformats.org/officeDocument/2006/relationships/tags" Target="../tags/tag142.xml"/><Relationship Id="rId39" Type="http://schemas.openxmlformats.org/officeDocument/2006/relationships/image" Target="../media/image6.png"/><Relationship Id="rId38" Type="http://schemas.openxmlformats.org/officeDocument/2006/relationships/tags" Target="../tags/tag176.xml"/><Relationship Id="rId37" Type="http://schemas.openxmlformats.org/officeDocument/2006/relationships/tags" Target="../tags/tag175.xml"/><Relationship Id="rId36" Type="http://schemas.openxmlformats.org/officeDocument/2006/relationships/tags" Target="../tags/tag174.xml"/><Relationship Id="rId35" Type="http://schemas.openxmlformats.org/officeDocument/2006/relationships/tags" Target="../tags/tag173.xml"/><Relationship Id="rId34" Type="http://schemas.openxmlformats.org/officeDocument/2006/relationships/tags" Target="../tags/tag172.xml"/><Relationship Id="rId33" Type="http://schemas.openxmlformats.org/officeDocument/2006/relationships/tags" Target="../tags/tag171.xml"/><Relationship Id="rId32" Type="http://schemas.openxmlformats.org/officeDocument/2006/relationships/tags" Target="../tags/tag170.xml"/><Relationship Id="rId31" Type="http://schemas.openxmlformats.org/officeDocument/2006/relationships/tags" Target="../tags/tag169.xml"/><Relationship Id="rId30" Type="http://schemas.openxmlformats.org/officeDocument/2006/relationships/tags" Target="../tags/tag168.xml"/><Relationship Id="rId3" Type="http://schemas.openxmlformats.org/officeDocument/2006/relationships/tags" Target="../tags/tag141.xml"/><Relationship Id="rId29" Type="http://schemas.openxmlformats.org/officeDocument/2006/relationships/tags" Target="../tags/tag167.xml"/><Relationship Id="rId28" Type="http://schemas.openxmlformats.org/officeDocument/2006/relationships/tags" Target="../tags/tag166.xml"/><Relationship Id="rId27" Type="http://schemas.openxmlformats.org/officeDocument/2006/relationships/tags" Target="../tags/tag165.xml"/><Relationship Id="rId26" Type="http://schemas.openxmlformats.org/officeDocument/2006/relationships/tags" Target="../tags/tag164.xml"/><Relationship Id="rId25" Type="http://schemas.openxmlformats.org/officeDocument/2006/relationships/tags" Target="../tags/tag163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0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08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0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2" Type="http://schemas.openxmlformats.org/officeDocument/2006/relationships/slideLayout" Target="../slideLayouts/slideLayout16.xml"/><Relationship Id="rId11" Type="http://schemas.openxmlformats.org/officeDocument/2006/relationships/image" Target="../media/image22.png"/><Relationship Id="rId10" Type="http://schemas.openxmlformats.org/officeDocument/2006/relationships/tags" Target="../tags/tag222.xml"/><Relationship Id="rId1" Type="http://schemas.openxmlformats.org/officeDocument/2006/relationships/tags" Target="../tags/tag213.xml"/></Relationships>
</file>

<file path=ppt/slides/_rels/slide10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16.xml"/><Relationship Id="rId93" Type="http://schemas.openxmlformats.org/officeDocument/2006/relationships/tags" Target="../tags/tag299.xml"/><Relationship Id="rId92" Type="http://schemas.openxmlformats.org/officeDocument/2006/relationships/tags" Target="../tags/tag298.xml"/><Relationship Id="rId91" Type="http://schemas.openxmlformats.org/officeDocument/2006/relationships/tags" Target="../tags/tag297.xml"/><Relationship Id="rId90" Type="http://schemas.openxmlformats.org/officeDocument/2006/relationships/tags" Target="../tags/tag296.xml"/><Relationship Id="rId9" Type="http://schemas.openxmlformats.org/officeDocument/2006/relationships/tags" Target="../tags/tag229.xml"/><Relationship Id="rId89" Type="http://schemas.openxmlformats.org/officeDocument/2006/relationships/image" Target="../media/image38.svg"/><Relationship Id="rId88" Type="http://schemas.openxmlformats.org/officeDocument/2006/relationships/image" Target="../media/image37.png"/><Relationship Id="rId87" Type="http://schemas.openxmlformats.org/officeDocument/2006/relationships/tags" Target="../tags/tag295.xml"/><Relationship Id="rId86" Type="http://schemas.openxmlformats.org/officeDocument/2006/relationships/tags" Target="../tags/tag294.xml"/><Relationship Id="rId85" Type="http://schemas.openxmlformats.org/officeDocument/2006/relationships/tags" Target="../tags/tag293.xml"/><Relationship Id="rId84" Type="http://schemas.openxmlformats.org/officeDocument/2006/relationships/tags" Target="../tags/tag292.xml"/><Relationship Id="rId83" Type="http://schemas.openxmlformats.org/officeDocument/2006/relationships/tags" Target="../tags/tag291.xml"/><Relationship Id="rId82" Type="http://schemas.openxmlformats.org/officeDocument/2006/relationships/image" Target="../media/image36.svg"/><Relationship Id="rId81" Type="http://schemas.openxmlformats.org/officeDocument/2006/relationships/image" Target="../media/image35.png"/><Relationship Id="rId80" Type="http://schemas.openxmlformats.org/officeDocument/2006/relationships/tags" Target="../tags/tag290.xml"/><Relationship Id="rId8" Type="http://schemas.openxmlformats.org/officeDocument/2006/relationships/image" Target="../media/image24.svg"/><Relationship Id="rId79" Type="http://schemas.openxmlformats.org/officeDocument/2006/relationships/tags" Target="../tags/tag289.xml"/><Relationship Id="rId78" Type="http://schemas.openxmlformats.org/officeDocument/2006/relationships/tags" Target="../tags/tag288.xml"/><Relationship Id="rId77" Type="http://schemas.openxmlformats.org/officeDocument/2006/relationships/tags" Target="../tags/tag287.xml"/><Relationship Id="rId76" Type="http://schemas.openxmlformats.org/officeDocument/2006/relationships/tags" Target="../tags/tag286.xml"/><Relationship Id="rId75" Type="http://schemas.openxmlformats.org/officeDocument/2006/relationships/image" Target="../media/image34.svg"/><Relationship Id="rId74" Type="http://schemas.openxmlformats.org/officeDocument/2006/relationships/image" Target="../media/image33.png"/><Relationship Id="rId73" Type="http://schemas.openxmlformats.org/officeDocument/2006/relationships/tags" Target="../tags/tag285.xml"/><Relationship Id="rId72" Type="http://schemas.openxmlformats.org/officeDocument/2006/relationships/tags" Target="../tags/tag284.xml"/><Relationship Id="rId71" Type="http://schemas.openxmlformats.org/officeDocument/2006/relationships/tags" Target="../tags/tag283.xml"/><Relationship Id="rId70" Type="http://schemas.openxmlformats.org/officeDocument/2006/relationships/tags" Target="../tags/tag282.xml"/><Relationship Id="rId7" Type="http://schemas.openxmlformats.org/officeDocument/2006/relationships/image" Target="../media/image23.png"/><Relationship Id="rId69" Type="http://schemas.openxmlformats.org/officeDocument/2006/relationships/tags" Target="../tags/tag281.xml"/><Relationship Id="rId68" Type="http://schemas.openxmlformats.org/officeDocument/2006/relationships/tags" Target="../tags/tag280.xml"/><Relationship Id="rId67" Type="http://schemas.openxmlformats.org/officeDocument/2006/relationships/tags" Target="../tags/tag279.xml"/><Relationship Id="rId66" Type="http://schemas.openxmlformats.org/officeDocument/2006/relationships/tags" Target="../tags/tag278.xml"/><Relationship Id="rId65" Type="http://schemas.openxmlformats.org/officeDocument/2006/relationships/tags" Target="../tags/tag277.xml"/><Relationship Id="rId64" Type="http://schemas.openxmlformats.org/officeDocument/2006/relationships/tags" Target="../tags/tag276.xml"/><Relationship Id="rId63" Type="http://schemas.openxmlformats.org/officeDocument/2006/relationships/tags" Target="../tags/tag275.xml"/><Relationship Id="rId62" Type="http://schemas.openxmlformats.org/officeDocument/2006/relationships/tags" Target="../tags/tag274.xml"/><Relationship Id="rId61" Type="http://schemas.openxmlformats.org/officeDocument/2006/relationships/tags" Target="../tags/tag273.xml"/><Relationship Id="rId60" Type="http://schemas.openxmlformats.org/officeDocument/2006/relationships/image" Target="../media/image32.svg"/><Relationship Id="rId6" Type="http://schemas.openxmlformats.org/officeDocument/2006/relationships/tags" Target="../tags/tag228.xml"/><Relationship Id="rId59" Type="http://schemas.openxmlformats.org/officeDocument/2006/relationships/image" Target="../media/image31.png"/><Relationship Id="rId58" Type="http://schemas.openxmlformats.org/officeDocument/2006/relationships/tags" Target="../tags/tag272.xml"/><Relationship Id="rId57" Type="http://schemas.openxmlformats.org/officeDocument/2006/relationships/tags" Target="../tags/tag271.xml"/><Relationship Id="rId56" Type="http://schemas.openxmlformats.org/officeDocument/2006/relationships/tags" Target="../tags/tag270.xml"/><Relationship Id="rId55" Type="http://schemas.openxmlformats.org/officeDocument/2006/relationships/tags" Target="../tags/tag269.xml"/><Relationship Id="rId54" Type="http://schemas.openxmlformats.org/officeDocument/2006/relationships/tags" Target="../tags/tag268.xml"/><Relationship Id="rId53" Type="http://schemas.openxmlformats.org/officeDocument/2006/relationships/tags" Target="../tags/tag267.xml"/><Relationship Id="rId52" Type="http://schemas.openxmlformats.org/officeDocument/2006/relationships/tags" Target="../tags/tag266.xml"/><Relationship Id="rId51" Type="http://schemas.openxmlformats.org/officeDocument/2006/relationships/tags" Target="../tags/tag265.xml"/><Relationship Id="rId50" Type="http://schemas.openxmlformats.org/officeDocument/2006/relationships/tags" Target="../tags/tag264.xml"/><Relationship Id="rId5" Type="http://schemas.openxmlformats.org/officeDocument/2006/relationships/tags" Target="../tags/tag227.xml"/><Relationship Id="rId49" Type="http://schemas.openxmlformats.org/officeDocument/2006/relationships/tags" Target="../tags/tag263.xml"/><Relationship Id="rId48" Type="http://schemas.openxmlformats.org/officeDocument/2006/relationships/tags" Target="../tags/tag262.xml"/><Relationship Id="rId47" Type="http://schemas.openxmlformats.org/officeDocument/2006/relationships/tags" Target="../tags/tag261.xml"/><Relationship Id="rId46" Type="http://schemas.openxmlformats.org/officeDocument/2006/relationships/image" Target="../media/image30.svg"/><Relationship Id="rId45" Type="http://schemas.openxmlformats.org/officeDocument/2006/relationships/image" Target="../media/image29.png"/><Relationship Id="rId44" Type="http://schemas.openxmlformats.org/officeDocument/2006/relationships/tags" Target="../tags/tag260.xml"/><Relationship Id="rId43" Type="http://schemas.openxmlformats.org/officeDocument/2006/relationships/tags" Target="../tags/tag259.xml"/><Relationship Id="rId42" Type="http://schemas.openxmlformats.org/officeDocument/2006/relationships/tags" Target="../tags/tag258.xml"/><Relationship Id="rId41" Type="http://schemas.openxmlformats.org/officeDocument/2006/relationships/tags" Target="../tags/tag257.xml"/><Relationship Id="rId40" Type="http://schemas.openxmlformats.org/officeDocument/2006/relationships/image" Target="../media/image28.svg"/><Relationship Id="rId4" Type="http://schemas.openxmlformats.org/officeDocument/2006/relationships/tags" Target="../tags/tag226.xml"/><Relationship Id="rId39" Type="http://schemas.openxmlformats.org/officeDocument/2006/relationships/image" Target="../media/image27.png"/><Relationship Id="rId38" Type="http://schemas.openxmlformats.org/officeDocument/2006/relationships/tags" Target="../tags/tag256.xml"/><Relationship Id="rId37" Type="http://schemas.openxmlformats.org/officeDocument/2006/relationships/tags" Target="../tags/tag255.xml"/><Relationship Id="rId36" Type="http://schemas.openxmlformats.org/officeDocument/2006/relationships/tags" Target="../tags/tag254.xml"/><Relationship Id="rId35" Type="http://schemas.openxmlformats.org/officeDocument/2006/relationships/tags" Target="../tags/tag253.xml"/><Relationship Id="rId34" Type="http://schemas.openxmlformats.org/officeDocument/2006/relationships/tags" Target="../tags/tag252.xml"/><Relationship Id="rId33" Type="http://schemas.openxmlformats.org/officeDocument/2006/relationships/tags" Target="../tags/tag251.xml"/><Relationship Id="rId32" Type="http://schemas.openxmlformats.org/officeDocument/2006/relationships/tags" Target="../tags/tag250.xml"/><Relationship Id="rId31" Type="http://schemas.openxmlformats.org/officeDocument/2006/relationships/tags" Target="../tags/tag249.xml"/><Relationship Id="rId30" Type="http://schemas.openxmlformats.org/officeDocument/2006/relationships/tags" Target="../tags/tag248.xml"/><Relationship Id="rId3" Type="http://schemas.openxmlformats.org/officeDocument/2006/relationships/tags" Target="../tags/tag225.xml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tags" Target="../tags/tag245.xml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4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image" Target="../media/image26.svg"/><Relationship Id="rId15" Type="http://schemas.openxmlformats.org/officeDocument/2006/relationships/image" Target="../media/image25.png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5" Type="http://schemas.openxmlformats.org/officeDocument/2006/relationships/slideLayout" Target="../slideLayouts/slideLayout16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1" Type="http://schemas.openxmlformats.org/officeDocument/2006/relationships/slideLayout" Target="../slideLayouts/slideLayout16.xml"/><Relationship Id="rId40" Type="http://schemas.openxmlformats.org/officeDocument/2006/relationships/tags" Target="../tags/tag360.xml"/><Relationship Id="rId4" Type="http://schemas.openxmlformats.org/officeDocument/2006/relationships/tags" Target="../tags/tag332.xml"/><Relationship Id="rId39" Type="http://schemas.openxmlformats.org/officeDocument/2006/relationships/image" Target="../media/image34.svg"/><Relationship Id="rId38" Type="http://schemas.openxmlformats.org/officeDocument/2006/relationships/image" Target="../media/image44.png"/><Relationship Id="rId37" Type="http://schemas.openxmlformats.org/officeDocument/2006/relationships/tags" Target="../tags/tag359.xml"/><Relationship Id="rId36" Type="http://schemas.openxmlformats.org/officeDocument/2006/relationships/tags" Target="../tags/tag358.xml"/><Relationship Id="rId35" Type="http://schemas.openxmlformats.org/officeDocument/2006/relationships/tags" Target="../tags/tag357.xml"/><Relationship Id="rId34" Type="http://schemas.openxmlformats.org/officeDocument/2006/relationships/image" Target="../media/image36.svg"/><Relationship Id="rId33" Type="http://schemas.openxmlformats.org/officeDocument/2006/relationships/image" Target="../media/image43.png"/><Relationship Id="rId32" Type="http://schemas.openxmlformats.org/officeDocument/2006/relationships/tags" Target="../tags/tag356.xml"/><Relationship Id="rId31" Type="http://schemas.openxmlformats.org/officeDocument/2006/relationships/tags" Target="../tags/tag355.xml"/><Relationship Id="rId30" Type="http://schemas.openxmlformats.org/officeDocument/2006/relationships/tags" Target="../tags/tag354.xml"/><Relationship Id="rId3" Type="http://schemas.openxmlformats.org/officeDocument/2006/relationships/tags" Target="../tags/tag331.xml"/><Relationship Id="rId29" Type="http://schemas.openxmlformats.org/officeDocument/2006/relationships/image" Target="../media/image42.svg"/><Relationship Id="rId28" Type="http://schemas.openxmlformats.org/officeDocument/2006/relationships/image" Target="../media/image41.png"/><Relationship Id="rId27" Type="http://schemas.openxmlformats.org/officeDocument/2006/relationships/tags" Target="../tags/tag353.xml"/><Relationship Id="rId26" Type="http://schemas.openxmlformats.org/officeDocument/2006/relationships/tags" Target="../tags/tag352.xml"/><Relationship Id="rId25" Type="http://schemas.openxmlformats.org/officeDocument/2006/relationships/tags" Target="../tags/tag351.xml"/><Relationship Id="rId24" Type="http://schemas.openxmlformats.org/officeDocument/2006/relationships/tags" Target="../tags/tag350.xml"/><Relationship Id="rId23" Type="http://schemas.openxmlformats.org/officeDocument/2006/relationships/tags" Target="../tags/tag349.xml"/><Relationship Id="rId22" Type="http://schemas.openxmlformats.org/officeDocument/2006/relationships/tags" Target="../tags/tag348.xml"/><Relationship Id="rId21" Type="http://schemas.openxmlformats.org/officeDocument/2006/relationships/tags" Target="../tags/tag347.xml"/><Relationship Id="rId20" Type="http://schemas.openxmlformats.org/officeDocument/2006/relationships/tags" Target="../tags/tag346.xml"/><Relationship Id="rId2" Type="http://schemas.openxmlformats.org/officeDocument/2006/relationships/tags" Target="../tags/tag330.xml"/><Relationship Id="rId19" Type="http://schemas.openxmlformats.org/officeDocument/2006/relationships/tags" Target="../tags/tag345.xml"/><Relationship Id="rId18" Type="http://schemas.openxmlformats.org/officeDocument/2006/relationships/tags" Target="../tags/tag344.xml"/><Relationship Id="rId17" Type="http://schemas.openxmlformats.org/officeDocument/2006/relationships/tags" Target="../tags/tag343.xml"/><Relationship Id="rId16" Type="http://schemas.openxmlformats.org/officeDocument/2006/relationships/tags" Target="../tags/tag342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tags" Target="../tags/tag368.xml"/><Relationship Id="rId75" Type="http://schemas.openxmlformats.org/officeDocument/2006/relationships/slideLayout" Target="../slideLayouts/slideLayout16.xml"/><Relationship Id="rId74" Type="http://schemas.openxmlformats.org/officeDocument/2006/relationships/tags" Target="../tags/tag422.xml"/><Relationship Id="rId73" Type="http://schemas.openxmlformats.org/officeDocument/2006/relationships/tags" Target="../tags/tag421.xml"/><Relationship Id="rId72" Type="http://schemas.openxmlformats.org/officeDocument/2006/relationships/image" Target="../media/image55.svg"/><Relationship Id="rId71" Type="http://schemas.openxmlformats.org/officeDocument/2006/relationships/image" Target="../media/image54.png"/><Relationship Id="rId70" Type="http://schemas.openxmlformats.org/officeDocument/2006/relationships/tags" Target="../tags/tag420.xml"/><Relationship Id="rId7" Type="http://schemas.openxmlformats.org/officeDocument/2006/relationships/tags" Target="../tags/tag367.xml"/><Relationship Id="rId69" Type="http://schemas.openxmlformats.org/officeDocument/2006/relationships/tags" Target="../tags/tag419.xml"/><Relationship Id="rId68" Type="http://schemas.openxmlformats.org/officeDocument/2006/relationships/tags" Target="../tags/tag418.xml"/><Relationship Id="rId67" Type="http://schemas.openxmlformats.org/officeDocument/2006/relationships/tags" Target="../tags/tag417.xml"/><Relationship Id="rId66" Type="http://schemas.openxmlformats.org/officeDocument/2006/relationships/tags" Target="../tags/tag416.xml"/><Relationship Id="rId65" Type="http://schemas.openxmlformats.org/officeDocument/2006/relationships/image" Target="../media/image53.svg"/><Relationship Id="rId64" Type="http://schemas.openxmlformats.org/officeDocument/2006/relationships/image" Target="../media/image52.png"/><Relationship Id="rId63" Type="http://schemas.openxmlformats.org/officeDocument/2006/relationships/tags" Target="../tags/tag415.xml"/><Relationship Id="rId62" Type="http://schemas.openxmlformats.org/officeDocument/2006/relationships/tags" Target="../tags/tag414.xml"/><Relationship Id="rId61" Type="http://schemas.openxmlformats.org/officeDocument/2006/relationships/tags" Target="../tags/tag413.xml"/><Relationship Id="rId60" Type="http://schemas.openxmlformats.org/officeDocument/2006/relationships/tags" Target="../tags/tag412.xml"/><Relationship Id="rId6" Type="http://schemas.openxmlformats.org/officeDocument/2006/relationships/tags" Target="../tags/tag366.xml"/><Relationship Id="rId59" Type="http://schemas.openxmlformats.org/officeDocument/2006/relationships/tags" Target="../tags/tag411.xml"/><Relationship Id="rId58" Type="http://schemas.openxmlformats.org/officeDocument/2006/relationships/image" Target="../media/image28.svg"/><Relationship Id="rId57" Type="http://schemas.openxmlformats.org/officeDocument/2006/relationships/image" Target="../media/image51.png"/><Relationship Id="rId56" Type="http://schemas.openxmlformats.org/officeDocument/2006/relationships/tags" Target="../tags/tag410.xml"/><Relationship Id="rId55" Type="http://schemas.openxmlformats.org/officeDocument/2006/relationships/tags" Target="../tags/tag409.xml"/><Relationship Id="rId54" Type="http://schemas.openxmlformats.org/officeDocument/2006/relationships/tags" Target="../tags/tag408.xml"/><Relationship Id="rId53" Type="http://schemas.openxmlformats.org/officeDocument/2006/relationships/tags" Target="../tags/tag407.xml"/><Relationship Id="rId52" Type="http://schemas.openxmlformats.org/officeDocument/2006/relationships/image" Target="../media/image50.svg"/><Relationship Id="rId51" Type="http://schemas.openxmlformats.org/officeDocument/2006/relationships/image" Target="../media/image49.png"/><Relationship Id="rId50" Type="http://schemas.openxmlformats.org/officeDocument/2006/relationships/tags" Target="../tags/tag406.xml"/><Relationship Id="rId5" Type="http://schemas.openxmlformats.org/officeDocument/2006/relationships/tags" Target="../tags/tag365.xml"/><Relationship Id="rId49" Type="http://schemas.openxmlformats.org/officeDocument/2006/relationships/tags" Target="../tags/tag405.xml"/><Relationship Id="rId48" Type="http://schemas.openxmlformats.org/officeDocument/2006/relationships/tags" Target="../tags/tag404.xml"/><Relationship Id="rId47" Type="http://schemas.openxmlformats.org/officeDocument/2006/relationships/tags" Target="../tags/tag403.xml"/><Relationship Id="rId46" Type="http://schemas.openxmlformats.org/officeDocument/2006/relationships/tags" Target="../tags/tag402.xml"/><Relationship Id="rId45" Type="http://schemas.openxmlformats.org/officeDocument/2006/relationships/tags" Target="../tags/tag401.xml"/><Relationship Id="rId44" Type="http://schemas.openxmlformats.org/officeDocument/2006/relationships/tags" Target="../tags/tag400.xml"/><Relationship Id="rId43" Type="http://schemas.openxmlformats.org/officeDocument/2006/relationships/tags" Target="../tags/tag399.xml"/><Relationship Id="rId42" Type="http://schemas.openxmlformats.org/officeDocument/2006/relationships/tags" Target="../tags/tag398.xml"/><Relationship Id="rId41" Type="http://schemas.openxmlformats.org/officeDocument/2006/relationships/tags" Target="../tags/tag397.xml"/><Relationship Id="rId40" Type="http://schemas.openxmlformats.org/officeDocument/2006/relationships/tags" Target="../tags/tag396.xml"/><Relationship Id="rId4" Type="http://schemas.openxmlformats.org/officeDocument/2006/relationships/tags" Target="../tags/tag364.xml"/><Relationship Id="rId39" Type="http://schemas.openxmlformats.org/officeDocument/2006/relationships/tags" Target="../tags/tag395.xml"/><Relationship Id="rId38" Type="http://schemas.openxmlformats.org/officeDocument/2006/relationships/tags" Target="../tags/tag394.xml"/><Relationship Id="rId37" Type="http://schemas.openxmlformats.org/officeDocument/2006/relationships/tags" Target="../tags/tag393.xml"/><Relationship Id="rId36" Type="http://schemas.openxmlformats.org/officeDocument/2006/relationships/tags" Target="../tags/tag392.xml"/><Relationship Id="rId35" Type="http://schemas.openxmlformats.org/officeDocument/2006/relationships/tags" Target="../tags/tag391.xml"/><Relationship Id="rId34" Type="http://schemas.openxmlformats.org/officeDocument/2006/relationships/tags" Target="../tags/tag390.xml"/><Relationship Id="rId33" Type="http://schemas.openxmlformats.org/officeDocument/2006/relationships/tags" Target="../tags/tag389.xml"/><Relationship Id="rId32" Type="http://schemas.openxmlformats.org/officeDocument/2006/relationships/tags" Target="../tags/tag388.xml"/><Relationship Id="rId31" Type="http://schemas.openxmlformats.org/officeDocument/2006/relationships/tags" Target="../tags/tag387.xml"/><Relationship Id="rId30" Type="http://schemas.openxmlformats.org/officeDocument/2006/relationships/tags" Target="../tags/tag386.xml"/><Relationship Id="rId3" Type="http://schemas.openxmlformats.org/officeDocument/2006/relationships/tags" Target="../tags/tag363.xml"/><Relationship Id="rId29" Type="http://schemas.openxmlformats.org/officeDocument/2006/relationships/tags" Target="../tags/tag385.xml"/><Relationship Id="rId28" Type="http://schemas.openxmlformats.org/officeDocument/2006/relationships/image" Target="../media/image48.svg"/><Relationship Id="rId27" Type="http://schemas.openxmlformats.org/officeDocument/2006/relationships/image" Target="../media/image47.png"/><Relationship Id="rId26" Type="http://schemas.openxmlformats.org/officeDocument/2006/relationships/tags" Target="../tags/tag384.xml"/><Relationship Id="rId25" Type="http://schemas.openxmlformats.org/officeDocument/2006/relationships/tags" Target="../tags/tag383.xml"/><Relationship Id="rId24" Type="http://schemas.openxmlformats.org/officeDocument/2006/relationships/tags" Target="../tags/tag382.xml"/><Relationship Id="rId23" Type="http://schemas.openxmlformats.org/officeDocument/2006/relationships/tags" Target="../tags/tag381.xml"/><Relationship Id="rId22" Type="http://schemas.openxmlformats.org/officeDocument/2006/relationships/tags" Target="../tags/tag380.xml"/><Relationship Id="rId21" Type="http://schemas.openxmlformats.org/officeDocument/2006/relationships/tags" Target="../tags/tag379.xml"/><Relationship Id="rId20" Type="http://schemas.openxmlformats.org/officeDocument/2006/relationships/tags" Target="../tags/tag378.xml"/><Relationship Id="rId2" Type="http://schemas.openxmlformats.org/officeDocument/2006/relationships/tags" Target="../tags/tag362.xml"/><Relationship Id="rId19" Type="http://schemas.openxmlformats.org/officeDocument/2006/relationships/tags" Target="../tags/tag377.xml"/><Relationship Id="rId18" Type="http://schemas.openxmlformats.org/officeDocument/2006/relationships/tags" Target="../tags/tag376.xml"/><Relationship Id="rId17" Type="http://schemas.openxmlformats.org/officeDocument/2006/relationships/tags" Target="../tags/tag375.xml"/><Relationship Id="rId16" Type="http://schemas.openxmlformats.org/officeDocument/2006/relationships/tags" Target="../tags/tag374.xml"/><Relationship Id="rId15" Type="http://schemas.openxmlformats.org/officeDocument/2006/relationships/tags" Target="../tags/tag373.xml"/><Relationship Id="rId14" Type="http://schemas.openxmlformats.org/officeDocument/2006/relationships/tags" Target="../tags/tag372.xml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image" Target="../media/image46.svg"/><Relationship Id="rId1" Type="http://schemas.openxmlformats.org/officeDocument/2006/relationships/tags" Target="../tags/tag36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1" Type="http://schemas.openxmlformats.org/officeDocument/2006/relationships/slideLayout" Target="../slideLayouts/slideLayout16.xml"/><Relationship Id="rId40" Type="http://schemas.openxmlformats.org/officeDocument/2006/relationships/tags" Target="../tags/tag462.xml"/><Relationship Id="rId4" Type="http://schemas.openxmlformats.org/officeDocument/2006/relationships/tags" Target="../tags/tag426.xml"/><Relationship Id="rId39" Type="http://schemas.openxmlformats.org/officeDocument/2006/relationships/tags" Target="../tags/tag461.xml"/><Relationship Id="rId38" Type="http://schemas.openxmlformats.org/officeDocument/2006/relationships/tags" Target="../tags/tag460.xml"/><Relationship Id="rId37" Type="http://schemas.openxmlformats.org/officeDocument/2006/relationships/tags" Target="../tags/tag459.xml"/><Relationship Id="rId36" Type="http://schemas.openxmlformats.org/officeDocument/2006/relationships/tags" Target="../tags/tag458.xml"/><Relationship Id="rId35" Type="http://schemas.openxmlformats.org/officeDocument/2006/relationships/tags" Target="../tags/tag457.xml"/><Relationship Id="rId34" Type="http://schemas.openxmlformats.org/officeDocument/2006/relationships/tags" Target="../tags/tag456.xml"/><Relationship Id="rId33" Type="http://schemas.openxmlformats.org/officeDocument/2006/relationships/tags" Target="../tags/tag455.xml"/><Relationship Id="rId32" Type="http://schemas.openxmlformats.org/officeDocument/2006/relationships/tags" Target="../tags/tag454.xml"/><Relationship Id="rId31" Type="http://schemas.openxmlformats.org/officeDocument/2006/relationships/tags" Target="../tags/tag453.xml"/><Relationship Id="rId30" Type="http://schemas.openxmlformats.org/officeDocument/2006/relationships/tags" Target="../tags/tag452.xml"/><Relationship Id="rId3" Type="http://schemas.openxmlformats.org/officeDocument/2006/relationships/tags" Target="../tags/tag425.xml"/><Relationship Id="rId29" Type="http://schemas.openxmlformats.org/officeDocument/2006/relationships/tags" Target="../tags/tag451.xml"/><Relationship Id="rId28" Type="http://schemas.openxmlformats.org/officeDocument/2006/relationships/tags" Target="../tags/tag450.xml"/><Relationship Id="rId27" Type="http://schemas.openxmlformats.org/officeDocument/2006/relationships/tags" Target="../tags/tag449.xml"/><Relationship Id="rId26" Type="http://schemas.openxmlformats.org/officeDocument/2006/relationships/tags" Target="../tags/tag448.xml"/><Relationship Id="rId25" Type="http://schemas.openxmlformats.org/officeDocument/2006/relationships/tags" Target="../tags/tag447.xml"/><Relationship Id="rId24" Type="http://schemas.openxmlformats.org/officeDocument/2006/relationships/tags" Target="../tags/tag446.xml"/><Relationship Id="rId23" Type="http://schemas.openxmlformats.org/officeDocument/2006/relationships/tags" Target="../tags/tag445.xml"/><Relationship Id="rId22" Type="http://schemas.openxmlformats.org/officeDocument/2006/relationships/tags" Target="../tags/tag444.xml"/><Relationship Id="rId21" Type="http://schemas.openxmlformats.org/officeDocument/2006/relationships/tags" Target="../tags/tag443.xml"/><Relationship Id="rId20" Type="http://schemas.openxmlformats.org/officeDocument/2006/relationships/tags" Target="../tags/tag442.xml"/><Relationship Id="rId2" Type="http://schemas.openxmlformats.org/officeDocument/2006/relationships/tags" Target="../tags/tag424.xml"/><Relationship Id="rId19" Type="http://schemas.openxmlformats.org/officeDocument/2006/relationships/tags" Target="../tags/tag441.xml"/><Relationship Id="rId18" Type="http://schemas.openxmlformats.org/officeDocument/2006/relationships/tags" Target="../tags/tag440.xml"/><Relationship Id="rId17" Type="http://schemas.openxmlformats.org/officeDocument/2006/relationships/tags" Target="../tags/tag439.xml"/><Relationship Id="rId16" Type="http://schemas.openxmlformats.org/officeDocument/2006/relationships/tags" Target="../tags/tag438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tags" Target="../tags/tag4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71.xml"/><Relationship Id="rId8" Type="http://schemas.openxmlformats.org/officeDocument/2006/relationships/tags" Target="../tags/tag470.xml"/><Relationship Id="rId7" Type="http://schemas.openxmlformats.org/officeDocument/2006/relationships/tags" Target="../tags/tag469.xml"/><Relationship Id="rId6" Type="http://schemas.openxmlformats.org/officeDocument/2006/relationships/tags" Target="../tags/tag468.xml"/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0" Type="http://schemas.openxmlformats.org/officeDocument/2006/relationships/slideLayout" Target="../slideLayouts/slideLayout16.xml"/><Relationship Id="rId1" Type="http://schemas.openxmlformats.org/officeDocument/2006/relationships/tags" Target="../tags/tag463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56.png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tags" Target="../tags/tag487.xml"/><Relationship Id="rId59" Type="http://schemas.openxmlformats.org/officeDocument/2006/relationships/slideLayout" Target="../slideLayouts/slideLayout16.xml"/><Relationship Id="rId58" Type="http://schemas.openxmlformats.org/officeDocument/2006/relationships/tags" Target="../tags/tag533.xml"/><Relationship Id="rId57" Type="http://schemas.openxmlformats.org/officeDocument/2006/relationships/tags" Target="../tags/tag532.xml"/><Relationship Id="rId56" Type="http://schemas.openxmlformats.org/officeDocument/2006/relationships/tags" Target="../tags/tag531.xml"/><Relationship Id="rId55" Type="http://schemas.openxmlformats.org/officeDocument/2006/relationships/tags" Target="../tags/tag530.xml"/><Relationship Id="rId54" Type="http://schemas.openxmlformats.org/officeDocument/2006/relationships/tags" Target="../tags/tag529.xml"/><Relationship Id="rId53" Type="http://schemas.openxmlformats.org/officeDocument/2006/relationships/tags" Target="../tags/tag528.xml"/><Relationship Id="rId52" Type="http://schemas.openxmlformats.org/officeDocument/2006/relationships/tags" Target="../tags/tag527.xml"/><Relationship Id="rId51" Type="http://schemas.openxmlformats.org/officeDocument/2006/relationships/tags" Target="../tags/tag526.xml"/><Relationship Id="rId50" Type="http://schemas.openxmlformats.org/officeDocument/2006/relationships/tags" Target="../tags/tag525.xml"/><Relationship Id="rId5" Type="http://schemas.openxmlformats.org/officeDocument/2006/relationships/tags" Target="../tags/tag486.xml"/><Relationship Id="rId49" Type="http://schemas.openxmlformats.org/officeDocument/2006/relationships/tags" Target="../tags/tag524.xml"/><Relationship Id="rId48" Type="http://schemas.openxmlformats.org/officeDocument/2006/relationships/tags" Target="../tags/tag523.xml"/><Relationship Id="rId47" Type="http://schemas.openxmlformats.org/officeDocument/2006/relationships/tags" Target="../tags/tag522.xml"/><Relationship Id="rId46" Type="http://schemas.openxmlformats.org/officeDocument/2006/relationships/tags" Target="../tags/tag521.xml"/><Relationship Id="rId45" Type="http://schemas.openxmlformats.org/officeDocument/2006/relationships/tags" Target="../tags/tag520.xml"/><Relationship Id="rId44" Type="http://schemas.openxmlformats.org/officeDocument/2006/relationships/tags" Target="../tags/tag519.xml"/><Relationship Id="rId43" Type="http://schemas.openxmlformats.org/officeDocument/2006/relationships/tags" Target="../tags/tag518.xml"/><Relationship Id="rId42" Type="http://schemas.openxmlformats.org/officeDocument/2006/relationships/tags" Target="../tags/tag517.xml"/><Relationship Id="rId41" Type="http://schemas.openxmlformats.org/officeDocument/2006/relationships/tags" Target="../tags/tag516.xml"/><Relationship Id="rId40" Type="http://schemas.openxmlformats.org/officeDocument/2006/relationships/tags" Target="../tags/tag515.xml"/><Relationship Id="rId4" Type="http://schemas.openxmlformats.org/officeDocument/2006/relationships/tags" Target="../tags/tag485.xml"/><Relationship Id="rId39" Type="http://schemas.openxmlformats.org/officeDocument/2006/relationships/tags" Target="../tags/tag514.xml"/><Relationship Id="rId38" Type="http://schemas.openxmlformats.org/officeDocument/2006/relationships/tags" Target="../tags/tag513.xml"/><Relationship Id="rId37" Type="http://schemas.openxmlformats.org/officeDocument/2006/relationships/tags" Target="../tags/tag512.xml"/><Relationship Id="rId36" Type="http://schemas.openxmlformats.org/officeDocument/2006/relationships/tags" Target="../tags/tag511.xml"/><Relationship Id="rId35" Type="http://schemas.openxmlformats.org/officeDocument/2006/relationships/tags" Target="../tags/tag510.xml"/><Relationship Id="rId34" Type="http://schemas.openxmlformats.org/officeDocument/2006/relationships/tags" Target="../tags/tag509.xml"/><Relationship Id="rId33" Type="http://schemas.openxmlformats.org/officeDocument/2006/relationships/tags" Target="../tags/tag508.xml"/><Relationship Id="rId32" Type="http://schemas.openxmlformats.org/officeDocument/2006/relationships/tags" Target="../tags/tag507.xml"/><Relationship Id="rId31" Type="http://schemas.openxmlformats.org/officeDocument/2006/relationships/tags" Target="../tags/tag506.xml"/><Relationship Id="rId30" Type="http://schemas.openxmlformats.org/officeDocument/2006/relationships/tags" Target="../tags/tag505.xml"/><Relationship Id="rId3" Type="http://schemas.openxmlformats.org/officeDocument/2006/relationships/tags" Target="../tags/tag484.xml"/><Relationship Id="rId29" Type="http://schemas.openxmlformats.org/officeDocument/2006/relationships/tags" Target="../tags/tag504.xml"/><Relationship Id="rId28" Type="http://schemas.openxmlformats.org/officeDocument/2006/relationships/tags" Target="../tags/tag503.xml"/><Relationship Id="rId27" Type="http://schemas.openxmlformats.org/officeDocument/2006/relationships/tags" Target="../tags/tag502.xml"/><Relationship Id="rId26" Type="http://schemas.openxmlformats.org/officeDocument/2006/relationships/tags" Target="../tags/tag501.xml"/><Relationship Id="rId25" Type="http://schemas.openxmlformats.org/officeDocument/2006/relationships/tags" Target="../tags/tag500.xml"/><Relationship Id="rId24" Type="http://schemas.openxmlformats.org/officeDocument/2006/relationships/tags" Target="../tags/tag499.xml"/><Relationship Id="rId23" Type="http://schemas.openxmlformats.org/officeDocument/2006/relationships/tags" Target="../tags/tag498.xml"/><Relationship Id="rId22" Type="http://schemas.openxmlformats.org/officeDocument/2006/relationships/image" Target="../media/image64.svg"/><Relationship Id="rId21" Type="http://schemas.openxmlformats.org/officeDocument/2006/relationships/image" Target="../media/image63.png"/><Relationship Id="rId20" Type="http://schemas.openxmlformats.org/officeDocument/2006/relationships/tags" Target="../tags/tag497.xml"/><Relationship Id="rId2" Type="http://schemas.openxmlformats.org/officeDocument/2006/relationships/tags" Target="../tags/tag483.xml"/><Relationship Id="rId19" Type="http://schemas.openxmlformats.org/officeDocument/2006/relationships/tags" Target="../tags/tag496.xml"/><Relationship Id="rId18" Type="http://schemas.openxmlformats.org/officeDocument/2006/relationships/tags" Target="../tags/tag495.xml"/><Relationship Id="rId17" Type="http://schemas.openxmlformats.org/officeDocument/2006/relationships/tags" Target="../tags/tag494.xml"/><Relationship Id="rId16" Type="http://schemas.openxmlformats.org/officeDocument/2006/relationships/tags" Target="../tags/tag493.xml"/><Relationship Id="rId15" Type="http://schemas.openxmlformats.org/officeDocument/2006/relationships/image" Target="../media/image62.svg"/><Relationship Id="rId14" Type="http://schemas.openxmlformats.org/officeDocument/2006/relationships/image" Target="../media/image61.png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tags" Target="../tags/tag482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" Type="http://schemas.openxmlformats.org/officeDocument/2006/relationships/tags" Target="../tags/tag53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tags" Target="../tags/tag545.xml"/><Relationship Id="rId7" Type="http://schemas.openxmlformats.org/officeDocument/2006/relationships/tags" Target="../tags/tag544.xml"/><Relationship Id="rId65" Type="http://schemas.openxmlformats.org/officeDocument/2006/relationships/slideLayout" Target="../slideLayouts/slideLayout16.xml"/><Relationship Id="rId64" Type="http://schemas.openxmlformats.org/officeDocument/2006/relationships/tags" Target="../tags/tag599.xml"/><Relationship Id="rId63" Type="http://schemas.openxmlformats.org/officeDocument/2006/relationships/tags" Target="../tags/tag598.xml"/><Relationship Id="rId62" Type="http://schemas.openxmlformats.org/officeDocument/2006/relationships/tags" Target="../tags/tag597.xml"/><Relationship Id="rId61" Type="http://schemas.openxmlformats.org/officeDocument/2006/relationships/tags" Target="../tags/tag596.xml"/><Relationship Id="rId60" Type="http://schemas.openxmlformats.org/officeDocument/2006/relationships/tags" Target="../tags/tag595.xml"/><Relationship Id="rId6" Type="http://schemas.openxmlformats.org/officeDocument/2006/relationships/tags" Target="../tags/tag543.xml"/><Relationship Id="rId59" Type="http://schemas.openxmlformats.org/officeDocument/2006/relationships/tags" Target="../tags/tag594.xml"/><Relationship Id="rId58" Type="http://schemas.openxmlformats.org/officeDocument/2006/relationships/tags" Target="../tags/tag593.xml"/><Relationship Id="rId57" Type="http://schemas.openxmlformats.org/officeDocument/2006/relationships/tags" Target="../tags/tag592.xml"/><Relationship Id="rId56" Type="http://schemas.openxmlformats.org/officeDocument/2006/relationships/tags" Target="../tags/tag591.xml"/><Relationship Id="rId55" Type="http://schemas.openxmlformats.org/officeDocument/2006/relationships/tags" Target="../tags/tag590.xml"/><Relationship Id="rId54" Type="http://schemas.openxmlformats.org/officeDocument/2006/relationships/tags" Target="../tags/tag589.xml"/><Relationship Id="rId53" Type="http://schemas.openxmlformats.org/officeDocument/2006/relationships/tags" Target="../tags/tag588.xml"/><Relationship Id="rId52" Type="http://schemas.openxmlformats.org/officeDocument/2006/relationships/image" Target="../media/image64.svg"/><Relationship Id="rId51" Type="http://schemas.openxmlformats.org/officeDocument/2006/relationships/image" Target="../media/image63.png"/><Relationship Id="rId50" Type="http://schemas.openxmlformats.org/officeDocument/2006/relationships/tags" Target="../tags/tag587.xml"/><Relationship Id="rId5" Type="http://schemas.openxmlformats.org/officeDocument/2006/relationships/tags" Target="../tags/tag542.xml"/><Relationship Id="rId49" Type="http://schemas.openxmlformats.org/officeDocument/2006/relationships/tags" Target="../tags/tag586.xml"/><Relationship Id="rId48" Type="http://schemas.openxmlformats.org/officeDocument/2006/relationships/tags" Target="../tags/tag585.xml"/><Relationship Id="rId47" Type="http://schemas.openxmlformats.org/officeDocument/2006/relationships/tags" Target="../tags/tag584.xml"/><Relationship Id="rId46" Type="http://schemas.openxmlformats.org/officeDocument/2006/relationships/tags" Target="../tags/tag583.xml"/><Relationship Id="rId45" Type="http://schemas.openxmlformats.org/officeDocument/2006/relationships/tags" Target="../tags/tag582.xml"/><Relationship Id="rId44" Type="http://schemas.openxmlformats.org/officeDocument/2006/relationships/tags" Target="../tags/tag581.xml"/><Relationship Id="rId43" Type="http://schemas.openxmlformats.org/officeDocument/2006/relationships/tags" Target="../tags/tag580.xml"/><Relationship Id="rId42" Type="http://schemas.openxmlformats.org/officeDocument/2006/relationships/tags" Target="../tags/tag579.xml"/><Relationship Id="rId41" Type="http://schemas.openxmlformats.org/officeDocument/2006/relationships/tags" Target="../tags/tag578.xml"/><Relationship Id="rId40" Type="http://schemas.openxmlformats.org/officeDocument/2006/relationships/tags" Target="../tags/tag577.xml"/><Relationship Id="rId4" Type="http://schemas.openxmlformats.org/officeDocument/2006/relationships/tags" Target="../tags/tag541.xml"/><Relationship Id="rId39" Type="http://schemas.openxmlformats.org/officeDocument/2006/relationships/tags" Target="../tags/tag576.xml"/><Relationship Id="rId38" Type="http://schemas.openxmlformats.org/officeDocument/2006/relationships/tags" Target="../tags/tag575.xml"/><Relationship Id="rId37" Type="http://schemas.openxmlformats.org/officeDocument/2006/relationships/tags" Target="../tags/tag574.xml"/><Relationship Id="rId36" Type="http://schemas.openxmlformats.org/officeDocument/2006/relationships/tags" Target="../tags/tag573.xml"/><Relationship Id="rId35" Type="http://schemas.openxmlformats.org/officeDocument/2006/relationships/tags" Target="../tags/tag572.xml"/><Relationship Id="rId34" Type="http://schemas.openxmlformats.org/officeDocument/2006/relationships/tags" Target="../tags/tag571.xml"/><Relationship Id="rId33" Type="http://schemas.openxmlformats.org/officeDocument/2006/relationships/tags" Target="../tags/tag570.xml"/><Relationship Id="rId32" Type="http://schemas.openxmlformats.org/officeDocument/2006/relationships/tags" Target="../tags/tag569.xml"/><Relationship Id="rId31" Type="http://schemas.openxmlformats.org/officeDocument/2006/relationships/tags" Target="../tags/tag568.xml"/><Relationship Id="rId30" Type="http://schemas.openxmlformats.org/officeDocument/2006/relationships/tags" Target="../tags/tag567.xml"/><Relationship Id="rId3" Type="http://schemas.openxmlformats.org/officeDocument/2006/relationships/tags" Target="../tags/tag540.xml"/><Relationship Id="rId29" Type="http://schemas.openxmlformats.org/officeDocument/2006/relationships/tags" Target="../tags/tag566.xml"/><Relationship Id="rId28" Type="http://schemas.openxmlformats.org/officeDocument/2006/relationships/tags" Target="../tags/tag565.xml"/><Relationship Id="rId27" Type="http://schemas.openxmlformats.org/officeDocument/2006/relationships/tags" Target="../tags/tag564.xml"/><Relationship Id="rId26" Type="http://schemas.openxmlformats.org/officeDocument/2006/relationships/tags" Target="../tags/tag563.xml"/><Relationship Id="rId25" Type="http://schemas.openxmlformats.org/officeDocument/2006/relationships/tags" Target="../tags/tag562.xml"/><Relationship Id="rId24" Type="http://schemas.openxmlformats.org/officeDocument/2006/relationships/tags" Target="../tags/tag561.xml"/><Relationship Id="rId23" Type="http://schemas.openxmlformats.org/officeDocument/2006/relationships/tags" Target="../tags/tag560.xml"/><Relationship Id="rId22" Type="http://schemas.openxmlformats.org/officeDocument/2006/relationships/tags" Target="../tags/tag559.xml"/><Relationship Id="rId21" Type="http://schemas.openxmlformats.org/officeDocument/2006/relationships/tags" Target="../tags/tag558.xml"/><Relationship Id="rId20" Type="http://schemas.openxmlformats.org/officeDocument/2006/relationships/tags" Target="../tags/tag557.xml"/><Relationship Id="rId2" Type="http://schemas.openxmlformats.org/officeDocument/2006/relationships/tags" Target="../tags/tag539.xml"/><Relationship Id="rId19" Type="http://schemas.openxmlformats.org/officeDocument/2006/relationships/tags" Target="../tags/tag556.xml"/><Relationship Id="rId18" Type="http://schemas.openxmlformats.org/officeDocument/2006/relationships/tags" Target="../tags/tag555.xml"/><Relationship Id="rId17" Type="http://schemas.openxmlformats.org/officeDocument/2006/relationships/tags" Target="../tags/tag554.xml"/><Relationship Id="rId16" Type="http://schemas.openxmlformats.org/officeDocument/2006/relationships/tags" Target="../tags/tag553.xml"/><Relationship Id="rId15" Type="http://schemas.openxmlformats.org/officeDocument/2006/relationships/tags" Target="../tags/tag552.xml"/><Relationship Id="rId14" Type="http://schemas.openxmlformats.org/officeDocument/2006/relationships/tags" Target="../tags/tag551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tags" Target="../tags/tag53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tags" Target="../tags/tag606.xml"/><Relationship Id="rId6" Type="http://schemas.openxmlformats.org/officeDocument/2006/relationships/tags" Target="../tags/tag605.xml"/><Relationship Id="rId57" Type="http://schemas.openxmlformats.org/officeDocument/2006/relationships/slideLayout" Target="../slideLayouts/slideLayout16.xml"/><Relationship Id="rId56" Type="http://schemas.openxmlformats.org/officeDocument/2006/relationships/tags" Target="../tags/tag641.xml"/><Relationship Id="rId55" Type="http://schemas.openxmlformats.org/officeDocument/2006/relationships/tags" Target="../tags/tag640.xml"/><Relationship Id="rId54" Type="http://schemas.openxmlformats.org/officeDocument/2006/relationships/tags" Target="../tags/tag639.xml"/><Relationship Id="rId53" Type="http://schemas.openxmlformats.org/officeDocument/2006/relationships/tags" Target="../tags/tag638.xml"/><Relationship Id="rId52" Type="http://schemas.openxmlformats.org/officeDocument/2006/relationships/tags" Target="../tags/tag637.xml"/><Relationship Id="rId51" Type="http://schemas.openxmlformats.org/officeDocument/2006/relationships/tags" Target="../tags/tag636.xml"/><Relationship Id="rId50" Type="http://schemas.openxmlformats.org/officeDocument/2006/relationships/tags" Target="../tags/tag635.xml"/><Relationship Id="rId5" Type="http://schemas.openxmlformats.org/officeDocument/2006/relationships/tags" Target="../tags/tag604.xml"/><Relationship Id="rId49" Type="http://schemas.openxmlformats.org/officeDocument/2006/relationships/tags" Target="../tags/tag634.xml"/><Relationship Id="rId48" Type="http://schemas.openxmlformats.org/officeDocument/2006/relationships/tags" Target="../tags/tag633.xml"/><Relationship Id="rId47" Type="http://schemas.openxmlformats.org/officeDocument/2006/relationships/tags" Target="../tags/tag632.xml"/><Relationship Id="rId46" Type="http://schemas.openxmlformats.org/officeDocument/2006/relationships/tags" Target="../tags/tag631.xml"/><Relationship Id="rId45" Type="http://schemas.openxmlformats.org/officeDocument/2006/relationships/tags" Target="../tags/tag630.xml"/><Relationship Id="rId44" Type="http://schemas.openxmlformats.org/officeDocument/2006/relationships/image" Target="../media/image76.svg"/><Relationship Id="rId43" Type="http://schemas.openxmlformats.org/officeDocument/2006/relationships/image" Target="../media/image75.png"/><Relationship Id="rId42" Type="http://schemas.openxmlformats.org/officeDocument/2006/relationships/tags" Target="../tags/tag629.xml"/><Relationship Id="rId41" Type="http://schemas.openxmlformats.org/officeDocument/2006/relationships/tags" Target="../tags/tag628.xml"/><Relationship Id="rId40" Type="http://schemas.openxmlformats.org/officeDocument/2006/relationships/tags" Target="../tags/tag627.xml"/><Relationship Id="rId4" Type="http://schemas.openxmlformats.org/officeDocument/2006/relationships/tags" Target="../tags/tag603.xml"/><Relationship Id="rId39" Type="http://schemas.openxmlformats.org/officeDocument/2006/relationships/tags" Target="../tags/tag626.xml"/><Relationship Id="rId38" Type="http://schemas.openxmlformats.org/officeDocument/2006/relationships/image" Target="../media/image74.svg"/><Relationship Id="rId37" Type="http://schemas.openxmlformats.org/officeDocument/2006/relationships/image" Target="../media/image73.png"/><Relationship Id="rId36" Type="http://schemas.openxmlformats.org/officeDocument/2006/relationships/tags" Target="../tags/tag625.xml"/><Relationship Id="rId35" Type="http://schemas.openxmlformats.org/officeDocument/2006/relationships/tags" Target="../tags/tag624.xml"/><Relationship Id="rId34" Type="http://schemas.openxmlformats.org/officeDocument/2006/relationships/tags" Target="../tags/tag623.xml"/><Relationship Id="rId33" Type="http://schemas.openxmlformats.org/officeDocument/2006/relationships/image" Target="../media/image72.svg"/><Relationship Id="rId32" Type="http://schemas.openxmlformats.org/officeDocument/2006/relationships/image" Target="../media/image71.png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602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image" Target="../media/image70.svg"/><Relationship Id="rId25" Type="http://schemas.openxmlformats.org/officeDocument/2006/relationships/image" Target="../media/image69.png"/><Relationship Id="rId24" Type="http://schemas.openxmlformats.org/officeDocument/2006/relationships/tags" Target="../tags/tag617.xml"/><Relationship Id="rId23" Type="http://schemas.openxmlformats.org/officeDocument/2006/relationships/tags" Target="../tags/tag616.xml"/><Relationship Id="rId22" Type="http://schemas.openxmlformats.org/officeDocument/2006/relationships/tags" Target="../tags/tag615.xml"/><Relationship Id="rId21" Type="http://schemas.openxmlformats.org/officeDocument/2006/relationships/image" Target="../media/image62.svg"/><Relationship Id="rId20" Type="http://schemas.openxmlformats.org/officeDocument/2006/relationships/image" Target="../media/image61.png"/><Relationship Id="rId2" Type="http://schemas.openxmlformats.org/officeDocument/2006/relationships/tags" Target="../tags/tag601.xml"/><Relationship Id="rId19" Type="http://schemas.openxmlformats.org/officeDocument/2006/relationships/tags" Target="../tags/tag614.xml"/><Relationship Id="rId18" Type="http://schemas.openxmlformats.org/officeDocument/2006/relationships/tags" Target="../tags/tag613.xml"/><Relationship Id="rId17" Type="http://schemas.openxmlformats.org/officeDocument/2006/relationships/tags" Target="../tags/tag612.xml"/><Relationship Id="rId16" Type="http://schemas.openxmlformats.org/officeDocument/2006/relationships/tags" Target="../tags/tag611.xml"/><Relationship Id="rId15" Type="http://schemas.openxmlformats.org/officeDocument/2006/relationships/tags" Target="../tags/tag610.xml"/><Relationship Id="rId14" Type="http://schemas.openxmlformats.org/officeDocument/2006/relationships/image" Target="../media/image68.svg"/><Relationship Id="rId13" Type="http://schemas.openxmlformats.org/officeDocument/2006/relationships/image" Target="../media/image67.png"/><Relationship Id="rId12" Type="http://schemas.openxmlformats.org/officeDocument/2006/relationships/tags" Target="../tags/tag609.xml"/><Relationship Id="rId11" Type="http://schemas.openxmlformats.org/officeDocument/2006/relationships/tags" Target="../tags/tag608.xml"/><Relationship Id="rId10" Type="http://schemas.openxmlformats.org/officeDocument/2006/relationships/tags" Target="../tags/tag607.xml"/><Relationship Id="rId1" Type="http://schemas.openxmlformats.org/officeDocument/2006/relationships/tags" Target="../tags/tag60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image" Target="../media/image78.svg"/><Relationship Id="rId7" Type="http://schemas.openxmlformats.org/officeDocument/2006/relationships/image" Target="../media/image77.png"/><Relationship Id="rId6" Type="http://schemas.openxmlformats.org/officeDocument/2006/relationships/tags" Target="../tags/tag647.xml"/><Relationship Id="rId57" Type="http://schemas.openxmlformats.org/officeDocument/2006/relationships/slideLayout" Target="../slideLayouts/slideLayout16.xml"/><Relationship Id="rId56" Type="http://schemas.openxmlformats.org/officeDocument/2006/relationships/image" Target="../media/image87.png"/><Relationship Id="rId55" Type="http://schemas.openxmlformats.org/officeDocument/2006/relationships/tags" Target="../tags/tag686.xml"/><Relationship Id="rId54" Type="http://schemas.openxmlformats.org/officeDocument/2006/relationships/tags" Target="../tags/tag685.xml"/><Relationship Id="rId53" Type="http://schemas.openxmlformats.org/officeDocument/2006/relationships/tags" Target="../tags/tag684.xml"/><Relationship Id="rId52" Type="http://schemas.openxmlformats.org/officeDocument/2006/relationships/tags" Target="../tags/tag683.xml"/><Relationship Id="rId51" Type="http://schemas.openxmlformats.org/officeDocument/2006/relationships/tags" Target="../tags/tag682.xml"/><Relationship Id="rId50" Type="http://schemas.openxmlformats.org/officeDocument/2006/relationships/image" Target="../media/image86.svg"/><Relationship Id="rId5" Type="http://schemas.openxmlformats.org/officeDocument/2006/relationships/tags" Target="../tags/tag646.xml"/><Relationship Id="rId49" Type="http://schemas.openxmlformats.org/officeDocument/2006/relationships/image" Target="../media/image85.png"/><Relationship Id="rId48" Type="http://schemas.openxmlformats.org/officeDocument/2006/relationships/tags" Target="../tags/tag681.xml"/><Relationship Id="rId47" Type="http://schemas.openxmlformats.org/officeDocument/2006/relationships/tags" Target="../tags/tag680.xml"/><Relationship Id="rId46" Type="http://schemas.openxmlformats.org/officeDocument/2006/relationships/tags" Target="../tags/tag679.xml"/><Relationship Id="rId45" Type="http://schemas.openxmlformats.org/officeDocument/2006/relationships/tags" Target="../tags/tag678.xml"/><Relationship Id="rId44" Type="http://schemas.openxmlformats.org/officeDocument/2006/relationships/tags" Target="../tags/tag677.xml"/><Relationship Id="rId43" Type="http://schemas.openxmlformats.org/officeDocument/2006/relationships/tags" Target="../tags/tag676.xml"/><Relationship Id="rId42" Type="http://schemas.openxmlformats.org/officeDocument/2006/relationships/tags" Target="../tags/tag675.xml"/><Relationship Id="rId41" Type="http://schemas.openxmlformats.org/officeDocument/2006/relationships/tags" Target="../tags/tag674.xml"/><Relationship Id="rId40" Type="http://schemas.openxmlformats.org/officeDocument/2006/relationships/tags" Target="../tags/tag673.xml"/><Relationship Id="rId4" Type="http://schemas.openxmlformats.org/officeDocument/2006/relationships/tags" Target="../tags/tag645.xml"/><Relationship Id="rId39" Type="http://schemas.openxmlformats.org/officeDocument/2006/relationships/tags" Target="../tags/tag672.xml"/><Relationship Id="rId38" Type="http://schemas.openxmlformats.org/officeDocument/2006/relationships/tags" Target="../tags/tag671.xml"/><Relationship Id="rId37" Type="http://schemas.openxmlformats.org/officeDocument/2006/relationships/tags" Target="../tags/tag670.xml"/><Relationship Id="rId36" Type="http://schemas.openxmlformats.org/officeDocument/2006/relationships/tags" Target="../tags/tag669.xml"/><Relationship Id="rId35" Type="http://schemas.openxmlformats.org/officeDocument/2006/relationships/tags" Target="../tags/tag668.xml"/><Relationship Id="rId34" Type="http://schemas.openxmlformats.org/officeDocument/2006/relationships/tags" Target="../tags/tag667.xml"/><Relationship Id="rId33" Type="http://schemas.openxmlformats.org/officeDocument/2006/relationships/tags" Target="../tags/tag666.xml"/><Relationship Id="rId32" Type="http://schemas.openxmlformats.org/officeDocument/2006/relationships/tags" Target="../tags/tag665.xml"/><Relationship Id="rId31" Type="http://schemas.openxmlformats.org/officeDocument/2006/relationships/tags" Target="../tags/tag664.xml"/><Relationship Id="rId30" Type="http://schemas.openxmlformats.org/officeDocument/2006/relationships/image" Target="../media/image84.svg"/><Relationship Id="rId3" Type="http://schemas.openxmlformats.org/officeDocument/2006/relationships/tags" Target="../tags/tag644.xml"/><Relationship Id="rId29" Type="http://schemas.openxmlformats.org/officeDocument/2006/relationships/image" Target="../media/image83.png"/><Relationship Id="rId28" Type="http://schemas.openxmlformats.org/officeDocument/2006/relationships/tags" Target="../tags/tag663.xml"/><Relationship Id="rId27" Type="http://schemas.openxmlformats.org/officeDocument/2006/relationships/tags" Target="../tags/tag662.xml"/><Relationship Id="rId26" Type="http://schemas.openxmlformats.org/officeDocument/2006/relationships/tags" Target="../tags/tag661.xml"/><Relationship Id="rId25" Type="http://schemas.openxmlformats.org/officeDocument/2006/relationships/tags" Target="../tags/tag660.xml"/><Relationship Id="rId24" Type="http://schemas.openxmlformats.org/officeDocument/2006/relationships/tags" Target="../tags/tag659.xml"/><Relationship Id="rId23" Type="http://schemas.openxmlformats.org/officeDocument/2006/relationships/image" Target="../media/image82.svg"/><Relationship Id="rId22" Type="http://schemas.openxmlformats.org/officeDocument/2006/relationships/image" Target="../media/image81.png"/><Relationship Id="rId21" Type="http://schemas.openxmlformats.org/officeDocument/2006/relationships/tags" Target="../tags/tag658.xml"/><Relationship Id="rId20" Type="http://schemas.openxmlformats.org/officeDocument/2006/relationships/tags" Target="../tags/tag657.xml"/><Relationship Id="rId2" Type="http://schemas.openxmlformats.org/officeDocument/2006/relationships/tags" Target="../tags/tag643.xml"/><Relationship Id="rId19" Type="http://schemas.openxmlformats.org/officeDocument/2006/relationships/tags" Target="../tags/tag656.xml"/><Relationship Id="rId18" Type="http://schemas.openxmlformats.org/officeDocument/2006/relationships/tags" Target="../tags/tag655.xml"/><Relationship Id="rId17" Type="http://schemas.openxmlformats.org/officeDocument/2006/relationships/tags" Target="../tags/tag654.xml"/><Relationship Id="rId16" Type="http://schemas.openxmlformats.org/officeDocument/2006/relationships/tags" Target="../tags/tag653.xml"/><Relationship Id="rId15" Type="http://schemas.openxmlformats.org/officeDocument/2006/relationships/image" Target="../media/image80.svg"/><Relationship Id="rId14" Type="http://schemas.openxmlformats.org/officeDocument/2006/relationships/image" Target="../media/image79.png"/><Relationship Id="rId13" Type="http://schemas.openxmlformats.org/officeDocument/2006/relationships/tags" Target="../tags/tag652.xml"/><Relationship Id="rId12" Type="http://schemas.openxmlformats.org/officeDocument/2006/relationships/tags" Target="../tags/tag651.xml"/><Relationship Id="rId11" Type="http://schemas.openxmlformats.org/officeDocument/2006/relationships/tags" Target="../tags/tag650.xml"/><Relationship Id="rId10" Type="http://schemas.openxmlformats.org/officeDocument/2006/relationships/tags" Target="../tags/tag649.xml"/><Relationship Id="rId1" Type="http://schemas.openxmlformats.org/officeDocument/2006/relationships/tags" Target="../tags/tag64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695.xml"/><Relationship Id="rId8" Type="http://schemas.openxmlformats.org/officeDocument/2006/relationships/tags" Target="../tags/tag694.xml"/><Relationship Id="rId7" Type="http://schemas.openxmlformats.org/officeDocument/2006/relationships/tags" Target="../tags/tag693.xml"/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0" Type="http://schemas.openxmlformats.org/officeDocument/2006/relationships/slideLayout" Target="../slideLayouts/slideLayout16.xml"/><Relationship Id="rId1" Type="http://schemas.openxmlformats.org/officeDocument/2006/relationships/tags" Target="../tags/tag68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tags" Target="../tags/tag702.xml"/><Relationship Id="rId7" Type="http://schemas.openxmlformats.org/officeDocument/2006/relationships/tags" Target="../tags/tag701.xml"/><Relationship Id="rId6" Type="http://schemas.openxmlformats.org/officeDocument/2006/relationships/tags" Target="../tags/tag700.xml"/><Relationship Id="rId5" Type="http://schemas.openxmlformats.org/officeDocument/2006/relationships/tags" Target="../tags/tag699.xml"/><Relationship Id="rId4" Type="http://schemas.openxmlformats.org/officeDocument/2006/relationships/tags" Target="../tags/tag698.xml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1" Type="http://schemas.openxmlformats.org/officeDocument/2006/relationships/slideLayout" Target="../slideLayouts/slideLayout16.xml"/><Relationship Id="rId10" Type="http://schemas.openxmlformats.org/officeDocument/2006/relationships/tags" Target="../tags/tag704.xml"/><Relationship Id="rId1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tags" Target="../tags/tag707.xml"/><Relationship Id="rId2" Type="http://schemas.openxmlformats.org/officeDocument/2006/relationships/tags" Target="../tags/tag706.xml"/><Relationship Id="rId1" Type="http://schemas.openxmlformats.org/officeDocument/2006/relationships/tags" Target="../tags/tag70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09.xml"/><Relationship Id="rId1" Type="http://schemas.openxmlformats.org/officeDocument/2006/relationships/tags" Target="../tags/tag70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712.xml"/><Relationship Id="rId2" Type="http://schemas.openxmlformats.org/officeDocument/2006/relationships/tags" Target="../tags/tag711.xml"/><Relationship Id="rId1" Type="http://schemas.openxmlformats.org/officeDocument/2006/relationships/tags" Target="../tags/tag7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2026/05/27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5"/>
            <p:custDataLst>
              <p:tags r:id="rId2"/>
            </p:custDataLst>
          </p:nvPr>
        </p:nvSpPr>
        <p:spPr>
          <a:xfrm>
            <a:off x="4823460" y="2159000"/>
            <a:ext cx="6352540" cy="1318260"/>
          </a:xfrm>
        </p:spPr>
        <p:txBody>
          <a:bodyPr>
            <a:normAutofit/>
          </a:bodyPr>
          <a:p>
            <a:r>
              <a:rPr lang="zh-CN" altLang="en-US"/>
              <a:t>分布式博客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</a:t>
            </a:r>
            <a:r>
              <a:rPr lang="zh-CN" altLang="en-US"/>
              <a:t>杨子贤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00 w 8355"/>
              <a:gd name="p0y0" fmla="*/ 0 h 2595"/>
              <a:gd name="p0x1" fmla="*/ 8055 w 8355"/>
              <a:gd name="p0y1" fmla="*/ 0 h 2595"/>
              <a:gd name="p0x2" fmla="*/ 8220 w 8355"/>
              <a:gd name="p0y2" fmla="*/ 0 h 2595"/>
              <a:gd name="p0x3" fmla="*/ 8355 w 8355"/>
              <a:gd name="p0y3" fmla="*/ 134 h 2595"/>
              <a:gd name="p0x4" fmla="*/ 8355 w 8355"/>
              <a:gd name="p0y4" fmla="*/ 300 h 2595"/>
              <a:gd name="p0x5" fmla="*/ 8355 w 8355"/>
              <a:gd name="p0y5" fmla="*/ 2295 h 2595"/>
              <a:gd name="p0x6" fmla="*/ 8355 w 8355"/>
              <a:gd name="p0y6" fmla="*/ 2460 h 2595"/>
              <a:gd name="p0x7" fmla="*/ 8220 w 8355"/>
              <a:gd name="p0y7" fmla="*/ 2595 h 2595"/>
              <a:gd name="p0x8" fmla="*/ 8055 w 8355"/>
              <a:gd name="p0y8" fmla="*/ 2595 h 2595"/>
              <a:gd name="p0x9" fmla="*/ 300 w 8355"/>
              <a:gd name="p0y9" fmla="*/ 2595 h 2595"/>
              <a:gd name="p0x10" fmla="*/ 134 w 8355"/>
              <a:gd name="p0y10" fmla="*/ 2595 h 2595"/>
              <a:gd name="p0x11" fmla="*/ 0 w 8355"/>
              <a:gd name="p0y11" fmla="*/ 2460 h 2595"/>
              <a:gd name="p0x12" fmla="*/ 0 w 8355"/>
              <a:gd name="p0y12" fmla="*/ 2295 h 2595"/>
              <a:gd name="p0x13" fmla="*/ 0 w 8355"/>
              <a:gd name="p0y13" fmla="*/ 300 h 2595"/>
              <a:gd name="p0x14" fmla="*/ 0 w 8355"/>
              <a:gd name="p0y14" fmla="*/ 134 h 2595"/>
              <a:gd name="p0x15" fmla="*/ 134 w 8355"/>
              <a:gd name="p0y15" fmla="*/ 0 h 2595"/>
              <a:gd name="p0x16" fmla="*/ 30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85725" dist="19050" dir="5399999" algn="ctr" rotWithShape="0">
              <a:srgbClr val="4419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软件功能</a:t>
            </a:r>
            <a:endParaRPr sz="165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00 w 8355"/>
              <a:gd name="p0y0" fmla="*/ 0 h 2595"/>
              <a:gd name="p0x1" fmla="*/ 8055 w 8355"/>
              <a:gd name="p0y1" fmla="*/ 0 h 2595"/>
              <a:gd name="p0x2" fmla="*/ 8220 w 8355"/>
              <a:gd name="p0y2" fmla="*/ 0 h 2595"/>
              <a:gd name="p0x3" fmla="*/ 8355 w 8355"/>
              <a:gd name="p0y3" fmla="*/ 134 h 2595"/>
              <a:gd name="p0x4" fmla="*/ 8355 w 8355"/>
              <a:gd name="p0y4" fmla="*/ 300 h 2595"/>
              <a:gd name="p0x5" fmla="*/ 8355 w 8355"/>
              <a:gd name="p0y5" fmla="*/ 2295 h 2595"/>
              <a:gd name="p0x6" fmla="*/ 8355 w 8355"/>
              <a:gd name="p0y6" fmla="*/ 2460 h 2595"/>
              <a:gd name="p0x7" fmla="*/ 8220 w 8355"/>
              <a:gd name="p0y7" fmla="*/ 2595 h 2595"/>
              <a:gd name="p0x8" fmla="*/ 8055 w 8355"/>
              <a:gd name="p0y8" fmla="*/ 2595 h 2595"/>
              <a:gd name="p0x9" fmla="*/ 300 w 8355"/>
              <a:gd name="p0y9" fmla="*/ 2595 h 2595"/>
              <a:gd name="p0x10" fmla="*/ 134 w 8355"/>
              <a:gd name="p0y10" fmla="*/ 2595 h 2595"/>
              <a:gd name="p0x11" fmla="*/ 0 w 8355"/>
              <a:gd name="p0y11" fmla="*/ 2460 h 2595"/>
              <a:gd name="p0x12" fmla="*/ 0 w 8355"/>
              <a:gd name="p0y12" fmla="*/ 2295 h 2595"/>
              <a:gd name="p0x13" fmla="*/ 0 w 8355"/>
              <a:gd name="p0y13" fmla="*/ 300 h 2595"/>
              <a:gd name="p0x14" fmla="*/ 0 w 8355"/>
              <a:gd name="p0y14" fmla="*/ 134 h 2595"/>
              <a:gd name="p0x15" fmla="*/ 134 w 8355"/>
              <a:gd name="p0y15" fmla="*/ 0 h 2595"/>
              <a:gd name="p0x16" fmla="*/ 30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85725" dist="19050" dir="5399999" algn="ctr" rotWithShape="0">
              <a:srgbClr val="4419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问题分析</a:t>
            </a:r>
            <a:endParaRPr sz="165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00 w 8355"/>
              <a:gd name="p0y0" fmla="*/ 0 h 2595"/>
              <a:gd name="p0x1" fmla="*/ 8055 w 8355"/>
              <a:gd name="p0y1" fmla="*/ 0 h 2595"/>
              <a:gd name="p0x2" fmla="*/ 8220 w 8355"/>
              <a:gd name="p0y2" fmla="*/ 0 h 2595"/>
              <a:gd name="p0x3" fmla="*/ 8355 w 8355"/>
              <a:gd name="p0y3" fmla="*/ 134 h 2595"/>
              <a:gd name="p0x4" fmla="*/ 8355 w 8355"/>
              <a:gd name="p0y4" fmla="*/ 300 h 2595"/>
              <a:gd name="p0x5" fmla="*/ 8355 w 8355"/>
              <a:gd name="p0y5" fmla="*/ 2295 h 2595"/>
              <a:gd name="p0x6" fmla="*/ 8355 w 8355"/>
              <a:gd name="p0y6" fmla="*/ 2460 h 2595"/>
              <a:gd name="p0x7" fmla="*/ 8220 w 8355"/>
              <a:gd name="p0y7" fmla="*/ 2595 h 2595"/>
              <a:gd name="p0x8" fmla="*/ 8055 w 8355"/>
              <a:gd name="p0y8" fmla="*/ 2595 h 2595"/>
              <a:gd name="p0x9" fmla="*/ 300 w 8355"/>
              <a:gd name="p0y9" fmla="*/ 2595 h 2595"/>
              <a:gd name="p0x10" fmla="*/ 134 w 8355"/>
              <a:gd name="p0y10" fmla="*/ 2595 h 2595"/>
              <a:gd name="p0x11" fmla="*/ 0 w 8355"/>
              <a:gd name="p0y11" fmla="*/ 2460 h 2595"/>
              <a:gd name="p0x12" fmla="*/ 0 w 8355"/>
              <a:gd name="p0y12" fmla="*/ 2295 h 2595"/>
              <a:gd name="p0x13" fmla="*/ 0 w 8355"/>
              <a:gd name="p0y13" fmla="*/ 300 h 2595"/>
              <a:gd name="p0x14" fmla="*/ 0 w 8355"/>
              <a:gd name="p0y14" fmla="*/ 134 h 2595"/>
              <a:gd name="p0x15" fmla="*/ 134 w 8355"/>
              <a:gd name="p0y15" fmla="*/ 0 h 2595"/>
              <a:gd name="p0x16" fmla="*/ 30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85725" dist="19050" dir="5399999" algn="ctr" rotWithShape="0">
              <a:srgbClr val="4419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endParaRPr sz="165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00 w 8355"/>
              <a:gd name="p0y0" fmla="*/ 0 h 2595"/>
              <a:gd name="p0x1" fmla="*/ 8055 w 8355"/>
              <a:gd name="p0y1" fmla="*/ 0 h 2595"/>
              <a:gd name="p0x2" fmla="*/ 8220 w 8355"/>
              <a:gd name="p0y2" fmla="*/ 0 h 2595"/>
              <a:gd name="p0x3" fmla="*/ 8355 w 8355"/>
              <a:gd name="p0y3" fmla="*/ 134 h 2595"/>
              <a:gd name="p0x4" fmla="*/ 8355 w 8355"/>
              <a:gd name="p0y4" fmla="*/ 300 h 2595"/>
              <a:gd name="p0x5" fmla="*/ 8355 w 8355"/>
              <a:gd name="p0y5" fmla="*/ 2295 h 2595"/>
              <a:gd name="p0x6" fmla="*/ 8355 w 8355"/>
              <a:gd name="p0y6" fmla="*/ 2460 h 2595"/>
              <a:gd name="p0x7" fmla="*/ 8220 w 8355"/>
              <a:gd name="p0y7" fmla="*/ 2595 h 2595"/>
              <a:gd name="p0x8" fmla="*/ 8055 w 8355"/>
              <a:gd name="p0y8" fmla="*/ 2595 h 2595"/>
              <a:gd name="p0x9" fmla="*/ 300 w 8355"/>
              <a:gd name="p0y9" fmla="*/ 2595 h 2595"/>
              <a:gd name="p0x10" fmla="*/ 134 w 8355"/>
              <a:gd name="p0y10" fmla="*/ 2595 h 2595"/>
              <a:gd name="p0x11" fmla="*/ 0 w 8355"/>
              <a:gd name="p0y11" fmla="*/ 2460 h 2595"/>
              <a:gd name="p0x12" fmla="*/ 0 w 8355"/>
              <a:gd name="p0y12" fmla="*/ 2295 h 2595"/>
              <a:gd name="p0x13" fmla="*/ 0 w 8355"/>
              <a:gd name="p0y13" fmla="*/ 300 h 2595"/>
              <a:gd name="p0x14" fmla="*/ 0 w 8355"/>
              <a:gd name="p0y14" fmla="*/ 134 h 2595"/>
              <a:gd name="p0x15" fmla="*/ 134 w 8355"/>
              <a:gd name="p0y15" fmla="*/ 0 h 2595"/>
              <a:gd name="p0x16" fmla="*/ 30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85725" dist="19050" dir="5399999" algn="ctr" rotWithShape="0">
              <a:srgbClr val="4419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测试评估</a:t>
            </a:r>
            <a:endParaRPr sz="165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6202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8A3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FF8A3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46747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8A3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FF8A3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96202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8A3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FF8A3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646747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8A3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FF8A3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软件功能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5" name="组合 74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系统功能与模块结构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571500" y="584835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"/>
            </p:custDataLst>
          </p:nvPr>
        </p:nvSpPr>
        <p:spPr>
          <a:xfrm>
            <a:off x="1143000" y="5810250"/>
            <a:ext cx="1080770" cy="276225"/>
          </a:xfrm>
          <a:custGeom>
            <a:avLst/>
            <a:gdLst>
              <a:gd name="sw" fmla="*/ 1 w 1702"/>
              <a:gd name="sh" fmla="*/ 1 h 435"/>
              <a:gd name="mins" fmla="min sw sh"/>
              <a:gd name="dsw" fmla="+- 0 sw mins"/>
              <a:gd name="dsh" fmla="+- 0 sh mins"/>
              <a:gd name="p0x0" fmla="*/ 217 w 1702"/>
              <a:gd name="p0y0" fmla="*/ 0 h 435"/>
              <a:gd name="p0x1" fmla="*/ 1485 w 1702"/>
              <a:gd name="p0y1" fmla="*/ 0 h 435"/>
              <a:gd name="p0x2" fmla="*/ 1605 w 1702"/>
              <a:gd name="p0y2" fmla="*/ 0 h 435"/>
              <a:gd name="p0x3" fmla="*/ 1702 w 1702"/>
              <a:gd name="p0y3" fmla="*/ 97 h 435"/>
              <a:gd name="p0x4" fmla="*/ 1702 w 1702"/>
              <a:gd name="p0y4" fmla="*/ 217 h 435"/>
              <a:gd name="p0x5" fmla="*/ 1702 w 1702"/>
              <a:gd name="p0y5" fmla="*/ 337 h 435"/>
              <a:gd name="p0x6" fmla="*/ 1605 w 1702"/>
              <a:gd name="p0y6" fmla="*/ 435 h 435"/>
              <a:gd name="p0x7" fmla="*/ 1485 w 1702"/>
              <a:gd name="p0y7" fmla="*/ 435 h 435"/>
              <a:gd name="p0x8" fmla="*/ 217 w 1702"/>
              <a:gd name="p0y8" fmla="*/ 435 h 435"/>
              <a:gd name="p0x9" fmla="*/ 97 w 1702"/>
              <a:gd name="p0y9" fmla="*/ 435 h 435"/>
              <a:gd name="p0x10" fmla="*/ 0 w 1702"/>
              <a:gd name="p0y10" fmla="*/ 337 h 435"/>
              <a:gd name="p0x11" fmla="*/ 0 w 1702"/>
              <a:gd name="p0y11" fmla="*/ 217 h 435"/>
              <a:gd name="p0x12" fmla="*/ 0 w 1702"/>
              <a:gd name="p0y12" fmla="*/ 97 h 435"/>
              <a:gd name="p0x13" fmla="*/ 97 w 1702"/>
              <a:gd name="p0y13" fmla="*/ 0 h 435"/>
              <a:gd name="p0x14" fmla="*/ 217 w 1702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6"/>
            </p:custDataLst>
          </p:nvPr>
        </p:nvSpPr>
        <p:spPr>
          <a:xfrm>
            <a:off x="1257376" y="5848350"/>
            <a:ext cx="10051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Spring Boot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7"/>
            </p:custDataLst>
          </p:nvPr>
        </p:nvSpPr>
        <p:spPr>
          <a:xfrm>
            <a:off x="2299970" y="5810250"/>
            <a:ext cx="709930" cy="276225"/>
          </a:xfrm>
          <a:custGeom>
            <a:avLst/>
            <a:gdLst>
              <a:gd name="sw" fmla="*/ 1 w 1117"/>
              <a:gd name="sh" fmla="*/ 1 h 435"/>
              <a:gd name="mins" fmla="min sw sh"/>
              <a:gd name="dsw" fmla="+- 0 sw mins"/>
              <a:gd name="dsh" fmla="+- 0 sh mins"/>
              <a:gd name="p0x0" fmla="*/ 217 w 1117"/>
              <a:gd name="p0y0" fmla="*/ 0 h 435"/>
              <a:gd name="p0x1" fmla="*/ 900 w 1117"/>
              <a:gd name="p0y1" fmla="*/ 0 h 435"/>
              <a:gd name="p0x2" fmla="*/ 1020 w 1117"/>
              <a:gd name="p0y2" fmla="*/ 0 h 435"/>
              <a:gd name="p0x3" fmla="*/ 1117 w 1117"/>
              <a:gd name="p0y3" fmla="*/ 97 h 435"/>
              <a:gd name="p0x4" fmla="*/ 1117 w 1117"/>
              <a:gd name="p0y4" fmla="*/ 217 h 435"/>
              <a:gd name="p0x5" fmla="*/ 1117 w 1117"/>
              <a:gd name="p0y5" fmla="*/ 337 h 435"/>
              <a:gd name="p0x6" fmla="*/ 1020 w 1117"/>
              <a:gd name="p0y6" fmla="*/ 435 h 435"/>
              <a:gd name="p0x7" fmla="*/ 900 w 1117"/>
              <a:gd name="p0y7" fmla="*/ 435 h 435"/>
              <a:gd name="p0x8" fmla="*/ 217 w 1117"/>
              <a:gd name="p0y8" fmla="*/ 435 h 435"/>
              <a:gd name="p0x9" fmla="*/ 97 w 1117"/>
              <a:gd name="p0y9" fmla="*/ 435 h 435"/>
              <a:gd name="p0x10" fmla="*/ 0 w 1117"/>
              <a:gd name="p0y10" fmla="*/ 337 h 435"/>
              <a:gd name="p0x11" fmla="*/ 0 w 1117"/>
              <a:gd name="p0y11" fmla="*/ 217 h 435"/>
              <a:gd name="p0x12" fmla="*/ 0 w 1117"/>
              <a:gd name="p0y12" fmla="*/ 97 h 435"/>
              <a:gd name="p0x13" fmla="*/ 97 w 1117"/>
              <a:gd name="p0y13" fmla="*/ 0 h 435"/>
              <a:gd name="p0x14" fmla="*/ 217 w 111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2414883" y="5848350"/>
            <a:ext cx="63370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Dubbo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9"/>
            </p:custDataLst>
          </p:nvPr>
        </p:nvSpPr>
        <p:spPr>
          <a:xfrm>
            <a:off x="3086100" y="5810250"/>
            <a:ext cx="808990" cy="276225"/>
          </a:xfrm>
          <a:custGeom>
            <a:avLst/>
            <a:gdLst>
              <a:gd name="sw" fmla="*/ 1 w 1273"/>
              <a:gd name="sh" fmla="*/ 1 h 435"/>
              <a:gd name="mins" fmla="min sw sh"/>
              <a:gd name="dsw" fmla="+- 0 sw mins"/>
              <a:gd name="dsh" fmla="+- 0 sh mins"/>
              <a:gd name="p0x0" fmla="*/ 217 w 1273"/>
              <a:gd name="p0y0" fmla="*/ 0 h 435"/>
              <a:gd name="p0x1" fmla="*/ 1056 w 1273"/>
              <a:gd name="p0y1" fmla="*/ 0 h 435"/>
              <a:gd name="p0x2" fmla="*/ 1176 w 1273"/>
              <a:gd name="p0y2" fmla="*/ 0 h 435"/>
              <a:gd name="p0x3" fmla="*/ 1273 w 1273"/>
              <a:gd name="p0y3" fmla="*/ 97 h 435"/>
              <a:gd name="p0x4" fmla="*/ 1273 w 1273"/>
              <a:gd name="p0y4" fmla="*/ 217 h 435"/>
              <a:gd name="p0x5" fmla="*/ 1273 w 1273"/>
              <a:gd name="p0y5" fmla="*/ 337 h 435"/>
              <a:gd name="p0x6" fmla="*/ 1176 w 1273"/>
              <a:gd name="p0y6" fmla="*/ 435 h 435"/>
              <a:gd name="p0x7" fmla="*/ 1056 w 1273"/>
              <a:gd name="p0y7" fmla="*/ 435 h 435"/>
              <a:gd name="p0x8" fmla="*/ 217 w 1273"/>
              <a:gd name="p0y8" fmla="*/ 435 h 435"/>
              <a:gd name="p0x9" fmla="*/ 97 w 1273"/>
              <a:gd name="p0y9" fmla="*/ 435 h 435"/>
              <a:gd name="p0x10" fmla="*/ 0 w 1273"/>
              <a:gd name="p0y10" fmla="*/ 337 h 435"/>
              <a:gd name="p0x11" fmla="*/ 0 w 1273"/>
              <a:gd name="p0y11" fmla="*/ 217 h 435"/>
              <a:gd name="p0x12" fmla="*/ 0 w 1273"/>
              <a:gd name="p0y12" fmla="*/ 97 h 435"/>
              <a:gd name="p0x13" fmla="*/ 97 w 1273"/>
              <a:gd name="p0y13" fmla="*/ 0 h 435"/>
              <a:gd name="p0x14" fmla="*/ 217 w 127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3201000" y="5848350"/>
            <a:ext cx="7326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MyBatis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11"/>
            </p:custDataLst>
          </p:nvPr>
        </p:nvSpPr>
        <p:spPr>
          <a:xfrm>
            <a:off x="3971290" y="5810250"/>
            <a:ext cx="763270" cy="276225"/>
          </a:xfrm>
          <a:custGeom>
            <a:avLst/>
            <a:gdLst>
              <a:gd name="sw" fmla="*/ 1 w 1201"/>
              <a:gd name="sh" fmla="*/ 1 h 435"/>
              <a:gd name="mins" fmla="min sw sh"/>
              <a:gd name="dsw" fmla="+- 0 sw mins"/>
              <a:gd name="dsh" fmla="+- 0 sh mins"/>
              <a:gd name="p0x0" fmla="*/ 217 w 1201"/>
              <a:gd name="p0y0" fmla="*/ 0 h 435"/>
              <a:gd name="p0x1" fmla="*/ 984 w 1201"/>
              <a:gd name="p0y1" fmla="*/ 0 h 435"/>
              <a:gd name="p0x2" fmla="*/ 1104 w 1201"/>
              <a:gd name="p0y2" fmla="*/ 0 h 435"/>
              <a:gd name="p0x3" fmla="*/ 1201 w 1201"/>
              <a:gd name="p0y3" fmla="*/ 97 h 435"/>
              <a:gd name="p0x4" fmla="*/ 1201 w 1201"/>
              <a:gd name="p0y4" fmla="*/ 217 h 435"/>
              <a:gd name="p0x5" fmla="*/ 1201 w 1201"/>
              <a:gd name="p0y5" fmla="*/ 337 h 435"/>
              <a:gd name="p0x6" fmla="*/ 1104 w 1201"/>
              <a:gd name="p0y6" fmla="*/ 435 h 435"/>
              <a:gd name="p0x7" fmla="*/ 984 w 1201"/>
              <a:gd name="p0y7" fmla="*/ 435 h 435"/>
              <a:gd name="p0x8" fmla="*/ 217 w 1201"/>
              <a:gd name="p0y8" fmla="*/ 435 h 435"/>
              <a:gd name="p0x9" fmla="*/ 97 w 1201"/>
              <a:gd name="p0y9" fmla="*/ 435 h 435"/>
              <a:gd name="p0x10" fmla="*/ 0 w 1201"/>
              <a:gd name="p0y10" fmla="*/ 337 h 435"/>
              <a:gd name="p0x11" fmla="*/ 0 w 1201"/>
              <a:gd name="p0y11" fmla="*/ 217 h 435"/>
              <a:gd name="p0x12" fmla="*/ 0 w 1201"/>
              <a:gd name="p0y12" fmla="*/ 97 h 435"/>
              <a:gd name="p0x13" fmla="*/ 97 w 1201"/>
              <a:gd name="p0y13" fmla="*/ 0 h 435"/>
              <a:gd name="p0x14" fmla="*/ 217 w 1201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12"/>
            </p:custDataLst>
          </p:nvPr>
        </p:nvSpPr>
        <p:spPr>
          <a:xfrm>
            <a:off x="4086006" y="5848350"/>
            <a:ext cx="6869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13"/>
            </p:custDataLst>
          </p:nvPr>
        </p:nvSpPr>
        <p:spPr>
          <a:xfrm>
            <a:off x="4810760" y="5810250"/>
            <a:ext cx="954405" cy="276225"/>
          </a:xfrm>
          <a:custGeom>
            <a:avLst/>
            <a:gdLst>
              <a:gd name="sw" fmla="*/ 1 w 1503"/>
              <a:gd name="sh" fmla="*/ 1 h 435"/>
              <a:gd name="mins" fmla="min sw sh"/>
              <a:gd name="dsw" fmla="+- 0 sw mins"/>
              <a:gd name="dsh" fmla="+- 0 sh mins"/>
              <a:gd name="p0x0" fmla="*/ 217 w 1503"/>
              <a:gd name="p0y0" fmla="*/ 0 h 435"/>
              <a:gd name="p0x1" fmla="*/ 1285 w 1503"/>
              <a:gd name="p0y1" fmla="*/ 0 h 435"/>
              <a:gd name="p0x2" fmla="*/ 1405 w 1503"/>
              <a:gd name="p0y2" fmla="*/ 0 h 435"/>
              <a:gd name="p0x3" fmla="*/ 1503 w 1503"/>
              <a:gd name="p0y3" fmla="*/ 97 h 435"/>
              <a:gd name="p0x4" fmla="*/ 1503 w 1503"/>
              <a:gd name="p0y4" fmla="*/ 217 h 435"/>
              <a:gd name="p0x5" fmla="*/ 1503 w 1503"/>
              <a:gd name="p0y5" fmla="*/ 337 h 435"/>
              <a:gd name="p0x6" fmla="*/ 1405 w 1503"/>
              <a:gd name="p0y6" fmla="*/ 435 h 435"/>
              <a:gd name="p0x7" fmla="*/ 1285 w 1503"/>
              <a:gd name="p0y7" fmla="*/ 435 h 435"/>
              <a:gd name="p0x8" fmla="*/ 217 w 1503"/>
              <a:gd name="p0y8" fmla="*/ 435 h 435"/>
              <a:gd name="p0x9" fmla="*/ 97 w 1503"/>
              <a:gd name="p0y9" fmla="*/ 435 h 435"/>
              <a:gd name="p0x10" fmla="*/ 0 w 1503"/>
              <a:gd name="p0y10" fmla="*/ 337 h 435"/>
              <a:gd name="p0x11" fmla="*/ 0 w 1503"/>
              <a:gd name="p0y11" fmla="*/ 217 h 435"/>
              <a:gd name="p0x12" fmla="*/ 0 w 1503"/>
              <a:gd name="p0y12" fmla="*/ 97 h 435"/>
              <a:gd name="p0x13" fmla="*/ 97 w 1503"/>
              <a:gd name="p0y13" fmla="*/ 0 h 435"/>
              <a:gd name="p0x14" fmla="*/ 217 w 150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14"/>
            </p:custDataLst>
          </p:nvPr>
        </p:nvSpPr>
        <p:spPr>
          <a:xfrm>
            <a:off x="4925320" y="5848350"/>
            <a:ext cx="8783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MongoDB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15"/>
            </p:custDataLst>
          </p:nvPr>
        </p:nvSpPr>
        <p:spPr>
          <a:xfrm>
            <a:off x="5841365" y="5810250"/>
            <a:ext cx="628015" cy="276225"/>
          </a:xfrm>
          <a:custGeom>
            <a:avLst/>
            <a:gdLst>
              <a:gd name="sw" fmla="*/ 1 w 988"/>
              <a:gd name="sh" fmla="*/ 1 h 435"/>
              <a:gd name="mins" fmla="min sw sh"/>
              <a:gd name="dsw" fmla="+- 0 sw mins"/>
              <a:gd name="dsh" fmla="+- 0 sh mins"/>
              <a:gd name="p0x0" fmla="*/ 217 w 988"/>
              <a:gd name="p0y0" fmla="*/ 0 h 435"/>
              <a:gd name="p0x1" fmla="*/ 771 w 988"/>
              <a:gd name="p0y1" fmla="*/ 0 h 435"/>
              <a:gd name="p0x2" fmla="*/ 891 w 988"/>
              <a:gd name="p0y2" fmla="*/ 0 h 435"/>
              <a:gd name="p0x3" fmla="*/ 988 w 988"/>
              <a:gd name="p0y3" fmla="*/ 97 h 435"/>
              <a:gd name="p0x4" fmla="*/ 988 w 988"/>
              <a:gd name="p0y4" fmla="*/ 217 h 435"/>
              <a:gd name="p0x5" fmla="*/ 988 w 988"/>
              <a:gd name="p0y5" fmla="*/ 337 h 435"/>
              <a:gd name="p0x6" fmla="*/ 891 w 988"/>
              <a:gd name="p0y6" fmla="*/ 435 h 435"/>
              <a:gd name="p0x7" fmla="*/ 771 w 988"/>
              <a:gd name="p0y7" fmla="*/ 435 h 435"/>
              <a:gd name="p0x8" fmla="*/ 217 w 988"/>
              <a:gd name="p0y8" fmla="*/ 435 h 435"/>
              <a:gd name="p0x9" fmla="*/ 97 w 988"/>
              <a:gd name="p0y9" fmla="*/ 435 h 435"/>
              <a:gd name="p0x10" fmla="*/ 0 w 988"/>
              <a:gd name="p0y10" fmla="*/ 337 h 435"/>
              <a:gd name="p0x11" fmla="*/ 0 w 988"/>
              <a:gd name="p0y11" fmla="*/ 217 h 435"/>
              <a:gd name="p0x12" fmla="*/ 0 w 988"/>
              <a:gd name="p0y12" fmla="*/ 97 h 435"/>
              <a:gd name="p0x13" fmla="*/ 97 w 988"/>
              <a:gd name="p0y13" fmla="*/ 0 h 435"/>
              <a:gd name="p0x14" fmla="*/ 217 w 98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16"/>
            </p:custDataLst>
          </p:nvPr>
        </p:nvSpPr>
        <p:spPr>
          <a:xfrm>
            <a:off x="5956030" y="5848350"/>
            <a:ext cx="5515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17"/>
            </p:custDataLst>
          </p:nvPr>
        </p:nvSpPr>
        <p:spPr>
          <a:xfrm>
            <a:off x="6545580" y="5810250"/>
            <a:ext cx="1195705" cy="276225"/>
          </a:xfrm>
          <a:custGeom>
            <a:avLst/>
            <a:gdLst>
              <a:gd name="sw" fmla="*/ 1 w 1883"/>
              <a:gd name="sh" fmla="*/ 1 h 435"/>
              <a:gd name="mins" fmla="min sw sh"/>
              <a:gd name="dsw" fmla="+- 0 sw mins"/>
              <a:gd name="dsh" fmla="+- 0 sh mins"/>
              <a:gd name="p0x0" fmla="*/ 217 w 1883"/>
              <a:gd name="p0y0" fmla="*/ 0 h 435"/>
              <a:gd name="p0x1" fmla="*/ 1665 w 1883"/>
              <a:gd name="p0y1" fmla="*/ 0 h 435"/>
              <a:gd name="p0x2" fmla="*/ 1785 w 1883"/>
              <a:gd name="p0y2" fmla="*/ 0 h 435"/>
              <a:gd name="p0x3" fmla="*/ 1883 w 1883"/>
              <a:gd name="p0y3" fmla="*/ 97 h 435"/>
              <a:gd name="p0x4" fmla="*/ 1883 w 1883"/>
              <a:gd name="p0y4" fmla="*/ 217 h 435"/>
              <a:gd name="p0x5" fmla="*/ 1883 w 1883"/>
              <a:gd name="p0y5" fmla="*/ 337 h 435"/>
              <a:gd name="p0x6" fmla="*/ 1785 w 1883"/>
              <a:gd name="p0y6" fmla="*/ 435 h 435"/>
              <a:gd name="p0x7" fmla="*/ 1665 w 1883"/>
              <a:gd name="p0y7" fmla="*/ 435 h 435"/>
              <a:gd name="p0x8" fmla="*/ 217 w 1883"/>
              <a:gd name="p0y8" fmla="*/ 435 h 435"/>
              <a:gd name="p0x9" fmla="*/ 97 w 1883"/>
              <a:gd name="p0y9" fmla="*/ 435 h 435"/>
              <a:gd name="p0x10" fmla="*/ 0 w 1883"/>
              <a:gd name="p0y10" fmla="*/ 337 h 435"/>
              <a:gd name="p0x11" fmla="*/ 0 w 1883"/>
              <a:gd name="p0y11" fmla="*/ 217 h 435"/>
              <a:gd name="p0x12" fmla="*/ 0 w 1883"/>
              <a:gd name="p0y12" fmla="*/ 97 h 435"/>
              <a:gd name="p0x13" fmla="*/ 97 w 1883"/>
              <a:gd name="p0y13" fmla="*/ 0 h 435"/>
              <a:gd name="p0x14" fmla="*/ 217 w 188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18"/>
            </p:custDataLst>
          </p:nvPr>
        </p:nvSpPr>
        <p:spPr>
          <a:xfrm>
            <a:off x="6659985" y="5848350"/>
            <a:ext cx="11195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Elasticsearch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19"/>
            </p:custDataLst>
          </p:nvPr>
        </p:nvSpPr>
        <p:spPr>
          <a:xfrm>
            <a:off x="7817485" y="5810250"/>
            <a:ext cx="508000" cy="276225"/>
          </a:xfrm>
          <a:custGeom>
            <a:avLst/>
            <a:gdLst>
              <a:gd name="sw" fmla="*/ 1 w 800"/>
              <a:gd name="sh" fmla="*/ 1 h 435"/>
              <a:gd name="mins" fmla="min sw sh"/>
              <a:gd name="dsw" fmla="+- 0 sw mins"/>
              <a:gd name="dsh" fmla="+- 0 sh mins"/>
              <a:gd name="p0x0" fmla="*/ 217 w 800"/>
              <a:gd name="p0y0" fmla="*/ 0 h 435"/>
              <a:gd name="p0x1" fmla="*/ 582 w 800"/>
              <a:gd name="p0y1" fmla="*/ 0 h 435"/>
              <a:gd name="p0x2" fmla="*/ 702 w 800"/>
              <a:gd name="p0y2" fmla="*/ 0 h 435"/>
              <a:gd name="p0x3" fmla="*/ 800 w 800"/>
              <a:gd name="p0y3" fmla="*/ 97 h 435"/>
              <a:gd name="p0x4" fmla="*/ 800 w 800"/>
              <a:gd name="p0y4" fmla="*/ 217 h 435"/>
              <a:gd name="p0x5" fmla="*/ 800 w 800"/>
              <a:gd name="p0y5" fmla="*/ 337 h 435"/>
              <a:gd name="p0x6" fmla="*/ 702 w 800"/>
              <a:gd name="p0y6" fmla="*/ 435 h 435"/>
              <a:gd name="p0x7" fmla="*/ 582 w 800"/>
              <a:gd name="p0y7" fmla="*/ 435 h 435"/>
              <a:gd name="p0x8" fmla="*/ 217 w 800"/>
              <a:gd name="p0y8" fmla="*/ 435 h 435"/>
              <a:gd name="p0x9" fmla="*/ 97 w 800"/>
              <a:gd name="p0y9" fmla="*/ 435 h 435"/>
              <a:gd name="p0x10" fmla="*/ 0 w 800"/>
              <a:gd name="p0y10" fmla="*/ 337 h 435"/>
              <a:gd name="p0x11" fmla="*/ 0 w 800"/>
              <a:gd name="p0y11" fmla="*/ 217 h 435"/>
              <a:gd name="p0x12" fmla="*/ 0 w 800"/>
              <a:gd name="p0y12" fmla="*/ 97 h 435"/>
              <a:gd name="p0x13" fmla="*/ 97 w 800"/>
              <a:gd name="p0y13" fmla="*/ 0 h 435"/>
              <a:gd name="p0x14" fmla="*/ 217 w 80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20"/>
            </p:custDataLst>
          </p:nvPr>
        </p:nvSpPr>
        <p:spPr>
          <a:xfrm>
            <a:off x="7931944" y="5848350"/>
            <a:ext cx="43197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Vue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21"/>
            </p:custDataLst>
          </p:nvPr>
        </p:nvSpPr>
        <p:spPr>
          <a:xfrm>
            <a:off x="8401685" y="5810250"/>
            <a:ext cx="642620" cy="276225"/>
          </a:xfrm>
          <a:custGeom>
            <a:avLst/>
            <a:gdLst>
              <a:gd name="sw" fmla="*/ 1 w 1012"/>
              <a:gd name="sh" fmla="*/ 1 h 435"/>
              <a:gd name="mins" fmla="min sw sh"/>
              <a:gd name="dsw" fmla="+- 0 sw mins"/>
              <a:gd name="dsh" fmla="+- 0 sh mins"/>
              <a:gd name="p0x0" fmla="*/ 217 w 1012"/>
              <a:gd name="p0y0" fmla="*/ 0 h 435"/>
              <a:gd name="p0x1" fmla="*/ 794 w 1012"/>
              <a:gd name="p0y1" fmla="*/ 0 h 435"/>
              <a:gd name="p0x2" fmla="*/ 914 w 1012"/>
              <a:gd name="p0y2" fmla="*/ 0 h 435"/>
              <a:gd name="p0x3" fmla="*/ 1012 w 1012"/>
              <a:gd name="p0y3" fmla="*/ 97 h 435"/>
              <a:gd name="p0x4" fmla="*/ 1012 w 1012"/>
              <a:gd name="p0y4" fmla="*/ 217 h 435"/>
              <a:gd name="p0x5" fmla="*/ 1012 w 1012"/>
              <a:gd name="p0y5" fmla="*/ 337 h 435"/>
              <a:gd name="p0x6" fmla="*/ 914 w 1012"/>
              <a:gd name="p0y6" fmla="*/ 435 h 435"/>
              <a:gd name="p0x7" fmla="*/ 794 w 1012"/>
              <a:gd name="p0y7" fmla="*/ 435 h 435"/>
              <a:gd name="p0x8" fmla="*/ 217 w 1012"/>
              <a:gd name="p0y8" fmla="*/ 435 h 435"/>
              <a:gd name="p0x9" fmla="*/ 97 w 1012"/>
              <a:gd name="p0y9" fmla="*/ 435 h 435"/>
              <a:gd name="p0x10" fmla="*/ 0 w 1012"/>
              <a:gd name="p0y10" fmla="*/ 337 h 435"/>
              <a:gd name="p0x11" fmla="*/ 0 w 1012"/>
              <a:gd name="p0y11" fmla="*/ 217 h 435"/>
              <a:gd name="p0x12" fmla="*/ 0 w 1012"/>
              <a:gd name="p0y12" fmla="*/ 97 h 435"/>
              <a:gd name="p0x13" fmla="*/ 97 w 1012"/>
              <a:gd name="p0y13" fmla="*/ 0 h 435"/>
              <a:gd name="p0x14" fmla="*/ 217 w 1012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22"/>
            </p:custDataLst>
          </p:nvPr>
        </p:nvSpPr>
        <p:spPr>
          <a:xfrm>
            <a:off x="8516321" y="5848350"/>
            <a:ext cx="56651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Nginx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571500" y="623887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模块结构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4"/>
            </p:custDataLst>
          </p:nvPr>
        </p:nvSpPr>
        <p:spPr>
          <a:xfrm>
            <a:off x="1295400" y="6200775"/>
            <a:ext cx="843280" cy="276225"/>
          </a:xfrm>
          <a:custGeom>
            <a:avLst/>
            <a:gdLst>
              <a:gd name="sw" fmla="*/ 1 w 1328"/>
              <a:gd name="sh" fmla="*/ 1 h 435"/>
              <a:gd name="mins" fmla="min sw sh"/>
              <a:gd name="dsw" fmla="+- 0 sw mins"/>
              <a:gd name="dsh" fmla="+- 0 sh mins"/>
              <a:gd name="p0x0" fmla="*/ 217 w 1328"/>
              <a:gd name="p0y0" fmla="*/ 0 h 435"/>
              <a:gd name="p0x1" fmla="*/ 1110 w 1328"/>
              <a:gd name="p0y1" fmla="*/ 0 h 435"/>
              <a:gd name="p0x2" fmla="*/ 1231 w 1328"/>
              <a:gd name="p0y2" fmla="*/ 0 h 435"/>
              <a:gd name="p0x3" fmla="*/ 1328 w 1328"/>
              <a:gd name="p0y3" fmla="*/ 97 h 435"/>
              <a:gd name="p0x4" fmla="*/ 1328 w 1328"/>
              <a:gd name="p0y4" fmla="*/ 217 h 435"/>
              <a:gd name="p0x5" fmla="*/ 1328 w 1328"/>
              <a:gd name="p0y5" fmla="*/ 337 h 435"/>
              <a:gd name="p0x6" fmla="*/ 1231 w 1328"/>
              <a:gd name="p0y6" fmla="*/ 435 h 435"/>
              <a:gd name="p0x7" fmla="*/ 1110 w 1328"/>
              <a:gd name="p0y7" fmla="*/ 435 h 435"/>
              <a:gd name="p0x8" fmla="*/ 217 w 1328"/>
              <a:gd name="p0y8" fmla="*/ 435 h 435"/>
              <a:gd name="p0x9" fmla="*/ 97 w 1328"/>
              <a:gd name="p0y9" fmla="*/ 435 h 435"/>
              <a:gd name="p0x10" fmla="*/ 0 w 1328"/>
              <a:gd name="p0y10" fmla="*/ 337 h 435"/>
              <a:gd name="p0x11" fmla="*/ 0 w 1328"/>
              <a:gd name="p0y11" fmla="*/ 217 h 435"/>
              <a:gd name="p0x12" fmla="*/ 0 w 1328"/>
              <a:gd name="p0y12" fmla="*/ 97 h 435"/>
              <a:gd name="p0x13" fmla="*/ 97 w 1328"/>
              <a:gd name="p0y13" fmla="*/ 0 h 435"/>
              <a:gd name="p0x14" fmla="*/ 217 w 132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25"/>
            </p:custDataLst>
          </p:nvPr>
        </p:nvSpPr>
        <p:spPr>
          <a:xfrm>
            <a:off x="1409776" y="6238875"/>
            <a:ext cx="76736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rest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26"/>
            </p:custDataLst>
          </p:nvPr>
        </p:nvSpPr>
        <p:spPr>
          <a:xfrm>
            <a:off x="2214880" y="6200775"/>
            <a:ext cx="1009015" cy="276225"/>
          </a:xfrm>
          <a:custGeom>
            <a:avLst/>
            <a:gdLst>
              <a:gd name="sw" fmla="*/ 1 w 1588"/>
              <a:gd name="sh" fmla="*/ 1 h 435"/>
              <a:gd name="mins" fmla="min sw sh"/>
              <a:gd name="dsw" fmla="+- 0 sw mins"/>
              <a:gd name="dsh" fmla="+- 0 sh mins"/>
              <a:gd name="p0x0" fmla="*/ 217 w 1588"/>
              <a:gd name="p0y0" fmla="*/ 0 h 435"/>
              <a:gd name="p0x1" fmla="*/ 1371 w 1588"/>
              <a:gd name="p0y1" fmla="*/ 0 h 435"/>
              <a:gd name="p0x2" fmla="*/ 1491 w 1588"/>
              <a:gd name="p0y2" fmla="*/ 0 h 435"/>
              <a:gd name="p0x3" fmla="*/ 1588 w 1588"/>
              <a:gd name="p0y3" fmla="*/ 97 h 435"/>
              <a:gd name="p0x4" fmla="*/ 1588 w 1588"/>
              <a:gd name="p0y4" fmla="*/ 217 h 435"/>
              <a:gd name="p0x5" fmla="*/ 1588 w 1588"/>
              <a:gd name="p0y5" fmla="*/ 337 h 435"/>
              <a:gd name="p0x6" fmla="*/ 1491 w 1588"/>
              <a:gd name="p0y6" fmla="*/ 435 h 435"/>
              <a:gd name="p0x7" fmla="*/ 1371 w 1588"/>
              <a:gd name="p0y7" fmla="*/ 435 h 435"/>
              <a:gd name="p0x8" fmla="*/ 217 w 1588"/>
              <a:gd name="p0y8" fmla="*/ 435 h 435"/>
              <a:gd name="p0x9" fmla="*/ 97 w 1588"/>
              <a:gd name="p0y9" fmla="*/ 435 h 435"/>
              <a:gd name="p0x10" fmla="*/ 0 w 1588"/>
              <a:gd name="p0y10" fmla="*/ 337 h 435"/>
              <a:gd name="p0x11" fmla="*/ 0 w 1588"/>
              <a:gd name="p0y11" fmla="*/ 217 h 435"/>
              <a:gd name="p0x12" fmla="*/ 0 w 1588"/>
              <a:gd name="p0y12" fmla="*/ 97 h 435"/>
              <a:gd name="p0x13" fmla="*/ 97 w 1588"/>
              <a:gd name="p0y13" fmla="*/ 0 h 435"/>
              <a:gd name="p0x14" fmla="*/ 217 w 158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27"/>
            </p:custDataLst>
          </p:nvPr>
        </p:nvSpPr>
        <p:spPr>
          <a:xfrm>
            <a:off x="2329539" y="6238875"/>
            <a:ext cx="9325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article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28"/>
            </p:custDataLst>
          </p:nvPr>
        </p:nvSpPr>
        <p:spPr>
          <a:xfrm>
            <a:off x="3300095" y="6200775"/>
            <a:ext cx="884555" cy="276225"/>
          </a:xfrm>
          <a:custGeom>
            <a:avLst/>
            <a:gdLst>
              <a:gd name="sw" fmla="*/ 1 w 1393"/>
              <a:gd name="sh" fmla="*/ 1 h 435"/>
              <a:gd name="mins" fmla="min sw sh"/>
              <a:gd name="dsw" fmla="+- 0 sw mins"/>
              <a:gd name="dsh" fmla="+- 0 sh mins"/>
              <a:gd name="p0x0" fmla="*/ 217 w 1393"/>
              <a:gd name="p0y0" fmla="*/ 0 h 435"/>
              <a:gd name="p0x1" fmla="*/ 1175 w 1393"/>
              <a:gd name="p0y1" fmla="*/ 0 h 435"/>
              <a:gd name="p0x2" fmla="*/ 1295 w 1393"/>
              <a:gd name="p0y2" fmla="*/ 0 h 435"/>
              <a:gd name="p0x3" fmla="*/ 1393 w 1393"/>
              <a:gd name="p0y3" fmla="*/ 97 h 435"/>
              <a:gd name="p0x4" fmla="*/ 1393 w 1393"/>
              <a:gd name="p0y4" fmla="*/ 217 h 435"/>
              <a:gd name="p0x5" fmla="*/ 1393 w 1393"/>
              <a:gd name="p0y5" fmla="*/ 337 h 435"/>
              <a:gd name="p0x6" fmla="*/ 1295 w 1393"/>
              <a:gd name="p0y6" fmla="*/ 435 h 435"/>
              <a:gd name="p0x7" fmla="*/ 1175 w 1393"/>
              <a:gd name="p0y7" fmla="*/ 435 h 435"/>
              <a:gd name="p0x8" fmla="*/ 217 w 1393"/>
              <a:gd name="p0y8" fmla="*/ 435 h 435"/>
              <a:gd name="p0x9" fmla="*/ 97 w 1393"/>
              <a:gd name="p0y9" fmla="*/ 435 h 435"/>
              <a:gd name="p0x10" fmla="*/ 0 w 1393"/>
              <a:gd name="p0y10" fmla="*/ 337 h 435"/>
              <a:gd name="p0x11" fmla="*/ 0 w 1393"/>
              <a:gd name="p0y11" fmla="*/ 217 h 435"/>
              <a:gd name="p0x12" fmla="*/ 0 w 1393"/>
              <a:gd name="p0y12" fmla="*/ 97 h 435"/>
              <a:gd name="p0x13" fmla="*/ 97 w 1393"/>
              <a:gd name="p0y13" fmla="*/ 0 h 435"/>
              <a:gd name="p0x14" fmla="*/ 217 w 139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29"/>
            </p:custDataLst>
          </p:nvPr>
        </p:nvSpPr>
        <p:spPr>
          <a:xfrm>
            <a:off x="3414494" y="6238875"/>
            <a:ext cx="8085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user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30"/>
            </p:custDataLst>
          </p:nvPr>
        </p:nvSpPr>
        <p:spPr>
          <a:xfrm>
            <a:off x="4260850" y="6200775"/>
            <a:ext cx="1212850" cy="276225"/>
          </a:xfrm>
          <a:custGeom>
            <a:avLst/>
            <a:gdLst>
              <a:gd name="sw" fmla="*/ 1 w 1910"/>
              <a:gd name="sh" fmla="*/ 1 h 435"/>
              <a:gd name="mins" fmla="min sw sh"/>
              <a:gd name="dsw" fmla="+- 0 sw mins"/>
              <a:gd name="dsh" fmla="+- 0 sh mins"/>
              <a:gd name="p0x0" fmla="*/ 217 w 1910"/>
              <a:gd name="p0y0" fmla="*/ 0 h 435"/>
              <a:gd name="p0x1" fmla="*/ 1692 w 1910"/>
              <a:gd name="p0y1" fmla="*/ 0 h 435"/>
              <a:gd name="p0x2" fmla="*/ 1812 w 1910"/>
              <a:gd name="p0y2" fmla="*/ 0 h 435"/>
              <a:gd name="p0x3" fmla="*/ 1910 w 1910"/>
              <a:gd name="p0y3" fmla="*/ 97 h 435"/>
              <a:gd name="p0x4" fmla="*/ 1910 w 1910"/>
              <a:gd name="p0y4" fmla="*/ 217 h 435"/>
              <a:gd name="p0x5" fmla="*/ 1910 w 1910"/>
              <a:gd name="p0y5" fmla="*/ 337 h 435"/>
              <a:gd name="p0x6" fmla="*/ 1812 w 1910"/>
              <a:gd name="p0y6" fmla="*/ 435 h 435"/>
              <a:gd name="p0x7" fmla="*/ 1692 w 1910"/>
              <a:gd name="p0y7" fmla="*/ 435 h 435"/>
              <a:gd name="p0x8" fmla="*/ 217 w 1910"/>
              <a:gd name="p0y8" fmla="*/ 435 h 435"/>
              <a:gd name="p0x9" fmla="*/ 97 w 1910"/>
              <a:gd name="p0y9" fmla="*/ 435 h 435"/>
              <a:gd name="p0x10" fmla="*/ 0 w 1910"/>
              <a:gd name="p0y10" fmla="*/ 337 h 435"/>
              <a:gd name="p0x11" fmla="*/ 0 w 1910"/>
              <a:gd name="p0y11" fmla="*/ 217 h 435"/>
              <a:gd name="p0x12" fmla="*/ 0 w 1910"/>
              <a:gd name="p0y12" fmla="*/ 97 h 435"/>
              <a:gd name="p0x13" fmla="*/ 97 w 1910"/>
              <a:gd name="p0y13" fmla="*/ 0 h 435"/>
              <a:gd name="p0x14" fmla="*/ 217 w 191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31"/>
            </p:custDataLst>
          </p:nvPr>
        </p:nvSpPr>
        <p:spPr>
          <a:xfrm>
            <a:off x="4375404" y="6238875"/>
            <a:ext cx="113682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common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2"/>
            </p:custDataLst>
          </p:nvPr>
        </p:nvSpPr>
        <p:spPr>
          <a:xfrm>
            <a:off x="5549900" y="6200775"/>
            <a:ext cx="1030605" cy="276225"/>
          </a:xfrm>
          <a:custGeom>
            <a:avLst/>
            <a:gdLst>
              <a:gd name="sw" fmla="*/ 1 w 1623"/>
              <a:gd name="sh" fmla="*/ 1 h 435"/>
              <a:gd name="mins" fmla="min sw sh"/>
              <a:gd name="dsw" fmla="+- 0 sw mins"/>
              <a:gd name="dsh" fmla="+- 0 sh mins"/>
              <a:gd name="p0x0" fmla="*/ 217 w 1623"/>
              <a:gd name="p0y0" fmla="*/ 0 h 435"/>
              <a:gd name="p0x1" fmla="*/ 1405 w 1623"/>
              <a:gd name="p0y1" fmla="*/ 0 h 435"/>
              <a:gd name="p0x2" fmla="*/ 1525 w 1623"/>
              <a:gd name="p0y2" fmla="*/ 0 h 435"/>
              <a:gd name="p0x3" fmla="*/ 1623 w 1623"/>
              <a:gd name="p0y3" fmla="*/ 97 h 435"/>
              <a:gd name="p0x4" fmla="*/ 1623 w 1623"/>
              <a:gd name="p0y4" fmla="*/ 217 h 435"/>
              <a:gd name="p0x5" fmla="*/ 1623 w 1623"/>
              <a:gd name="p0y5" fmla="*/ 337 h 435"/>
              <a:gd name="p0x6" fmla="*/ 1525 w 1623"/>
              <a:gd name="p0y6" fmla="*/ 435 h 435"/>
              <a:gd name="p0x7" fmla="*/ 1405 w 1623"/>
              <a:gd name="p0y7" fmla="*/ 435 h 435"/>
              <a:gd name="p0x8" fmla="*/ 217 w 1623"/>
              <a:gd name="p0y8" fmla="*/ 435 h 435"/>
              <a:gd name="p0x9" fmla="*/ 97 w 1623"/>
              <a:gd name="p0y9" fmla="*/ 435 h 435"/>
              <a:gd name="p0x10" fmla="*/ 0 w 1623"/>
              <a:gd name="p0y10" fmla="*/ 337 h 435"/>
              <a:gd name="p0x11" fmla="*/ 0 w 1623"/>
              <a:gd name="p0y11" fmla="*/ 217 h 435"/>
              <a:gd name="p0x12" fmla="*/ 0 w 1623"/>
              <a:gd name="p0y12" fmla="*/ 97 h 435"/>
              <a:gd name="p0x13" fmla="*/ 97 w 1623"/>
              <a:gd name="p0y13" fmla="*/ 0 h 435"/>
              <a:gd name="p0x14" fmla="*/ 217 w 162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>
            <p:custDataLst>
              <p:tags r:id="rId33"/>
            </p:custDataLst>
          </p:nvPr>
        </p:nvSpPr>
        <p:spPr>
          <a:xfrm>
            <a:off x="5664622" y="6238875"/>
            <a:ext cx="9545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vue-ui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34"/>
            </p:custDataLst>
          </p:nvPr>
        </p:nvSpPr>
        <p:spPr>
          <a:xfrm>
            <a:off x="6656705" y="6200775"/>
            <a:ext cx="615315" cy="276225"/>
          </a:xfrm>
          <a:custGeom>
            <a:avLst/>
            <a:gdLst>
              <a:gd name="sw" fmla="*/ 1 w 969"/>
              <a:gd name="sh" fmla="*/ 1 h 435"/>
              <a:gd name="mins" fmla="min sw sh"/>
              <a:gd name="dsw" fmla="+- 0 sw mins"/>
              <a:gd name="dsh" fmla="+- 0 sh mins"/>
              <a:gd name="p0x0" fmla="*/ 217 w 969"/>
              <a:gd name="p0y0" fmla="*/ 0 h 435"/>
              <a:gd name="p0x1" fmla="*/ 751 w 969"/>
              <a:gd name="p0y1" fmla="*/ 0 h 435"/>
              <a:gd name="p0x2" fmla="*/ 871 w 969"/>
              <a:gd name="p0y2" fmla="*/ 0 h 435"/>
              <a:gd name="p0x3" fmla="*/ 969 w 969"/>
              <a:gd name="p0y3" fmla="*/ 97 h 435"/>
              <a:gd name="p0x4" fmla="*/ 969 w 969"/>
              <a:gd name="p0y4" fmla="*/ 217 h 435"/>
              <a:gd name="p0x5" fmla="*/ 969 w 969"/>
              <a:gd name="p0y5" fmla="*/ 337 h 435"/>
              <a:gd name="p0x6" fmla="*/ 871 w 969"/>
              <a:gd name="p0y6" fmla="*/ 435 h 435"/>
              <a:gd name="p0x7" fmla="*/ 751 w 969"/>
              <a:gd name="p0y7" fmla="*/ 435 h 435"/>
              <a:gd name="p0x8" fmla="*/ 217 w 969"/>
              <a:gd name="p0y8" fmla="*/ 435 h 435"/>
              <a:gd name="p0x9" fmla="*/ 97 w 969"/>
              <a:gd name="p0y9" fmla="*/ 435 h 435"/>
              <a:gd name="p0x10" fmla="*/ 0 w 969"/>
              <a:gd name="p0y10" fmla="*/ 337 h 435"/>
              <a:gd name="p0x11" fmla="*/ 0 w 969"/>
              <a:gd name="p0y11" fmla="*/ 217 h 435"/>
              <a:gd name="p0x12" fmla="*/ 0 w 969"/>
              <a:gd name="p0y12" fmla="*/ 97 h 435"/>
              <a:gd name="p0x13" fmla="*/ 97 w 969"/>
              <a:gd name="p0y13" fmla="*/ 0 h 435"/>
              <a:gd name="p0x14" fmla="*/ 217 w 969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35"/>
            </p:custDataLst>
          </p:nvPr>
        </p:nvSpPr>
        <p:spPr>
          <a:xfrm>
            <a:off x="6771532" y="6238875"/>
            <a:ext cx="5392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</a:rPr>
              <a:t>nginx</a:t>
            </a:r>
            <a:endParaRPr sz="1200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6"/>
            </p:custDataLst>
          </p:nvPr>
        </p:nvSpPr>
        <p:spPr>
          <a:xfrm>
            <a:off x="575945" y="1109345"/>
            <a:ext cx="3546475" cy="2152650"/>
          </a:xfrm>
          <a:custGeom>
            <a:avLst/>
            <a:gdLst>
              <a:gd name="sw" fmla="*/ 1 w 5584"/>
              <a:gd name="sh" fmla="*/ 1 h 3390"/>
              <a:gd name="mins" fmla="min sw sh"/>
              <a:gd name="dsw" fmla="+- 0 sw mins"/>
              <a:gd name="dsh" fmla="+- 0 sh mins"/>
              <a:gd name="p0x0" fmla="*/ 150 w 5584"/>
              <a:gd name="p0y0" fmla="*/ 0 h 3390"/>
              <a:gd name="p0x1" fmla="*/ 5434 w 5584"/>
              <a:gd name="p0y1" fmla="*/ 0 h 3390"/>
              <a:gd name="p0x2" fmla="*/ 5517 w 5584"/>
              <a:gd name="p0y2" fmla="*/ 0 h 3390"/>
              <a:gd name="p0x3" fmla="*/ 5584 w 5584"/>
              <a:gd name="p0y3" fmla="*/ 67 h 3390"/>
              <a:gd name="p0x4" fmla="*/ 5584 w 5584"/>
              <a:gd name="p0y4" fmla="*/ 150 h 3390"/>
              <a:gd name="p0x5" fmla="*/ 5584 w 5584"/>
              <a:gd name="p0y5" fmla="*/ 3240 h 3390"/>
              <a:gd name="p0x6" fmla="*/ 5584 w 5584"/>
              <a:gd name="p0y6" fmla="*/ 3322 h 3390"/>
              <a:gd name="p0x7" fmla="*/ 5517 w 5584"/>
              <a:gd name="p0y7" fmla="*/ 3390 h 3390"/>
              <a:gd name="p0x8" fmla="*/ 5434 w 5584"/>
              <a:gd name="p0y8" fmla="*/ 3390 h 3390"/>
              <a:gd name="p0x9" fmla="*/ 150 w 5584"/>
              <a:gd name="p0y9" fmla="*/ 3390 h 3390"/>
              <a:gd name="p0x10" fmla="*/ 67 w 5584"/>
              <a:gd name="p0y10" fmla="*/ 3390 h 3390"/>
              <a:gd name="p0x11" fmla="*/ 0 w 5584"/>
              <a:gd name="p0y11" fmla="*/ 3322 h 3390"/>
              <a:gd name="p0x12" fmla="*/ 0 w 5584"/>
              <a:gd name="p0y12" fmla="*/ 3240 h 3390"/>
              <a:gd name="p0x13" fmla="*/ 0 w 5584"/>
              <a:gd name="p0y13" fmla="*/ 150 h 3390"/>
              <a:gd name="p0x14" fmla="*/ 0 w 5584"/>
              <a:gd name="p0y14" fmla="*/ 67 h 3390"/>
              <a:gd name="p0x15" fmla="*/ 67 w 5584"/>
              <a:gd name="p0y15" fmla="*/ 0 h 3390"/>
              <a:gd name="p0x16" fmla="*/ 150 w 5584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7"/>
            </p:custDataLst>
          </p:nvPr>
        </p:nvSpPr>
        <p:spPr>
          <a:xfrm>
            <a:off x="213931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2277745" y="1419225"/>
            <a:ext cx="142875" cy="1905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41"/>
            </p:custDataLst>
          </p:nvPr>
        </p:nvSpPr>
        <p:spPr>
          <a:xfrm>
            <a:off x="2006498" y="1838325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文章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2"/>
            </p:custDataLst>
          </p:nvPr>
        </p:nvSpPr>
        <p:spPr>
          <a:xfrm>
            <a:off x="1063523" y="2237423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撰写、审核、发布、编辑、删除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3"/>
            </p:custDataLst>
          </p:nvPr>
        </p:nvSpPr>
        <p:spPr>
          <a:xfrm>
            <a:off x="723529" y="2629824"/>
            <a:ext cx="325181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Markdown</a:t>
            </a:r>
            <a:r>
              <a:rPr lang="zh-CN" altLang="en-US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</a:t>
            </a:r>
            <a:r>
              <a:rPr lang="en-US" altLang="zh-CN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MongoDB</a:t>
            </a:r>
            <a:r>
              <a:rPr lang="zh-CN" altLang="en-US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，元数据存</a:t>
            </a:r>
            <a:r>
              <a:rPr lang="en-US" altLang="zh-CN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lang="en-US" altLang="zh-CN"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44"/>
            </p:custDataLst>
          </p:nvPr>
        </p:nvSpPr>
        <p:spPr>
          <a:xfrm>
            <a:off x="4322445" y="1109345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150 w 5585"/>
              <a:gd name="p0y0" fmla="*/ 0 h 3390"/>
              <a:gd name="p0x1" fmla="*/ 5435 w 5585"/>
              <a:gd name="p0y1" fmla="*/ 0 h 3390"/>
              <a:gd name="p0x2" fmla="*/ 5517 w 5585"/>
              <a:gd name="p0y2" fmla="*/ 0 h 3390"/>
              <a:gd name="p0x3" fmla="*/ 5585 w 5585"/>
              <a:gd name="p0y3" fmla="*/ 67 h 3390"/>
              <a:gd name="p0x4" fmla="*/ 5585 w 5585"/>
              <a:gd name="p0y4" fmla="*/ 150 h 3390"/>
              <a:gd name="p0x5" fmla="*/ 5585 w 5585"/>
              <a:gd name="p0y5" fmla="*/ 3240 h 3390"/>
              <a:gd name="p0x6" fmla="*/ 5585 w 5585"/>
              <a:gd name="p0y6" fmla="*/ 3322 h 3390"/>
              <a:gd name="p0x7" fmla="*/ 5517 w 5585"/>
              <a:gd name="p0y7" fmla="*/ 3390 h 3390"/>
              <a:gd name="p0x8" fmla="*/ 5435 w 5585"/>
              <a:gd name="p0y8" fmla="*/ 3390 h 3390"/>
              <a:gd name="p0x9" fmla="*/ 150 w 5585"/>
              <a:gd name="p0y9" fmla="*/ 3390 h 3390"/>
              <a:gd name="p0x10" fmla="*/ 67 w 5585"/>
              <a:gd name="p0y10" fmla="*/ 3390 h 3390"/>
              <a:gd name="p0x11" fmla="*/ 0 w 5585"/>
              <a:gd name="p0y11" fmla="*/ 3322 h 3390"/>
              <a:gd name="p0x12" fmla="*/ 0 w 5585"/>
              <a:gd name="p0y12" fmla="*/ 3240 h 3390"/>
              <a:gd name="p0x13" fmla="*/ 0 w 5585"/>
              <a:gd name="p0y13" fmla="*/ 150 h 3390"/>
              <a:gd name="p0x14" fmla="*/ 0 w 5585"/>
              <a:gd name="p0y14" fmla="*/ 67 h 3390"/>
              <a:gd name="p0x15" fmla="*/ 67 w 5585"/>
              <a:gd name="p0y15" fmla="*/ 0 h 3390"/>
              <a:gd name="p0x16" fmla="*/ 15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45"/>
            </p:custDataLst>
          </p:nvPr>
        </p:nvSpPr>
        <p:spPr>
          <a:xfrm>
            <a:off x="588581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t="-5556" b="-5556"/>
          <a:stretch>
            <a:fillRect/>
          </a:stretch>
        </p:blipFill>
        <p:spPr>
          <a:xfrm>
            <a:off x="6000115" y="1419225"/>
            <a:ext cx="190500" cy="1905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49"/>
            </p:custDataLst>
          </p:nvPr>
        </p:nvSpPr>
        <p:spPr>
          <a:xfrm>
            <a:off x="5753024" y="1838325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阅读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0"/>
            </p:custDataLst>
          </p:nvPr>
        </p:nvSpPr>
        <p:spPr>
          <a:xfrm>
            <a:off x="4564256" y="2237423"/>
            <a:ext cx="3063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文章详情双路径：动态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API/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endParaRPr lang="en-US" alt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51"/>
            </p:custDataLst>
          </p:nvPr>
        </p:nvSpPr>
        <p:spPr>
          <a:xfrm>
            <a:off x="5486324" y="2629824"/>
            <a:ext cx="12192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实时阅读量统计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52"/>
            </p:custDataLst>
          </p:nvPr>
        </p:nvSpPr>
        <p:spPr>
          <a:xfrm>
            <a:off x="8068945" y="1109345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150 w 5585"/>
              <a:gd name="p0y0" fmla="*/ 0 h 3390"/>
              <a:gd name="p0x1" fmla="*/ 5435 w 5585"/>
              <a:gd name="p0y1" fmla="*/ 0 h 3390"/>
              <a:gd name="p0x2" fmla="*/ 5517 w 5585"/>
              <a:gd name="p0y2" fmla="*/ 0 h 3390"/>
              <a:gd name="p0x3" fmla="*/ 5585 w 5585"/>
              <a:gd name="p0y3" fmla="*/ 67 h 3390"/>
              <a:gd name="p0x4" fmla="*/ 5585 w 5585"/>
              <a:gd name="p0y4" fmla="*/ 150 h 3390"/>
              <a:gd name="p0x5" fmla="*/ 5585 w 5585"/>
              <a:gd name="p0y5" fmla="*/ 3240 h 3390"/>
              <a:gd name="p0x6" fmla="*/ 5585 w 5585"/>
              <a:gd name="p0y6" fmla="*/ 3322 h 3390"/>
              <a:gd name="p0x7" fmla="*/ 5517 w 5585"/>
              <a:gd name="p0y7" fmla="*/ 3390 h 3390"/>
              <a:gd name="p0x8" fmla="*/ 5435 w 5585"/>
              <a:gd name="p0y8" fmla="*/ 3390 h 3390"/>
              <a:gd name="p0x9" fmla="*/ 150 w 5585"/>
              <a:gd name="p0y9" fmla="*/ 3390 h 3390"/>
              <a:gd name="p0x10" fmla="*/ 67 w 5585"/>
              <a:gd name="p0y10" fmla="*/ 3390 h 3390"/>
              <a:gd name="p0x11" fmla="*/ 0 w 5585"/>
              <a:gd name="p0y11" fmla="*/ 3322 h 3390"/>
              <a:gd name="p0x12" fmla="*/ 0 w 5585"/>
              <a:gd name="p0y12" fmla="*/ 3240 h 3390"/>
              <a:gd name="p0x13" fmla="*/ 0 w 5585"/>
              <a:gd name="p0y13" fmla="*/ 150 h 3390"/>
              <a:gd name="p0x14" fmla="*/ 0 w 5585"/>
              <a:gd name="p0y14" fmla="*/ 67 h 3390"/>
              <a:gd name="p0x15" fmla="*/ 67 w 5585"/>
              <a:gd name="p0y15" fmla="*/ 0 h 3390"/>
              <a:gd name="p0x16" fmla="*/ 15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53"/>
            </p:custDataLst>
          </p:nvPr>
        </p:nvSpPr>
        <p:spPr>
          <a:xfrm>
            <a:off x="963231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6167" r="-6167"/>
          <a:stretch>
            <a:fillRect/>
          </a:stretch>
        </p:blipFill>
        <p:spPr>
          <a:xfrm>
            <a:off x="9735185" y="1419225"/>
            <a:ext cx="213995" cy="1905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57"/>
            </p:custDataLst>
          </p:nvPr>
        </p:nvSpPr>
        <p:spPr>
          <a:xfrm>
            <a:off x="9499549" y="1838325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互动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8"/>
            </p:custDataLst>
          </p:nvPr>
        </p:nvSpPr>
        <p:spPr>
          <a:xfrm>
            <a:off x="8556574" y="2237423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评论（树形结构）、点赞、关注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9"/>
            </p:custDataLst>
          </p:nvPr>
        </p:nvSpPr>
        <p:spPr>
          <a:xfrm>
            <a:off x="9080449" y="2629824"/>
            <a:ext cx="1524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社交关系链实时互动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60"/>
            </p:custDataLst>
          </p:nvPr>
        </p:nvSpPr>
        <p:spPr>
          <a:xfrm>
            <a:off x="575945" y="3462020"/>
            <a:ext cx="3546475" cy="2152650"/>
          </a:xfrm>
          <a:custGeom>
            <a:avLst/>
            <a:gdLst>
              <a:gd name="sw" fmla="*/ 1 w 5584"/>
              <a:gd name="sh" fmla="*/ 1 h 3390"/>
              <a:gd name="mins" fmla="min sw sh"/>
              <a:gd name="dsw" fmla="+- 0 sw mins"/>
              <a:gd name="dsh" fmla="+- 0 sh mins"/>
              <a:gd name="p0x0" fmla="*/ 150 w 5584"/>
              <a:gd name="p0y0" fmla="*/ 0 h 3390"/>
              <a:gd name="p0x1" fmla="*/ 5434 w 5584"/>
              <a:gd name="p0y1" fmla="*/ 0 h 3390"/>
              <a:gd name="p0x2" fmla="*/ 5517 w 5584"/>
              <a:gd name="p0y2" fmla="*/ 0 h 3390"/>
              <a:gd name="p0x3" fmla="*/ 5584 w 5584"/>
              <a:gd name="p0y3" fmla="*/ 67 h 3390"/>
              <a:gd name="p0x4" fmla="*/ 5584 w 5584"/>
              <a:gd name="p0y4" fmla="*/ 150 h 3390"/>
              <a:gd name="p0x5" fmla="*/ 5584 w 5584"/>
              <a:gd name="p0y5" fmla="*/ 3240 h 3390"/>
              <a:gd name="p0x6" fmla="*/ 5584 w 5584"/>
              <a:gd name="p0y6" fmla="*/ 3322 h 3390"/>
              <a:gd name="p0x7" fmla="*/ 5517 w 5584"/>
              <a:gd name="p0y7" fmla="*/ 3390 h 3390"/>
              <a:gd name="p0x8" fmla="*/ 5434 w 5584"/>
              <a:gd name="p0y8" fmla="*/ 3390 h 3390"/>
              <a:gd name="p0x9" fmla="*/ 150 w 5584"/>
              <a:gd name="p0y9" fmla="*/ 3390 h 3390"/>
              <a:gd name="p0x10" fmla="*/ 67 w 5584"/>
              <a:gd name="p0y10" fmla="*/ 3390 h 3390"/>
              <a:gd name="p0x11" fmla="*/ 0 w 5584"/>
              <a:gd name="p0y11" fmla="*/ 3322 h 3390"/>
              <a:gd name="p0x12" fmla="*/ 0 w 5584"/>
              <a:gd name="p0y12" fmla="*/ 3240 h 3390"/>
              <a:gd name="p0x13" fmla="*/ 0 w 5584"/>
              <a:gd name="p0y13" fmla="*/ 150 h 3390"/>
              <a:gd name="p0x14" fmla="*/ 0 w 5584"/>
              <a:gd name="p0y14" fmla="*/ 67 h 3390"/>
              <a:gd name="p0x15" fmla="*/ 67 w 5584"/>
              <a:gd name="p0y15" fmla="*/ 0 h 3390"/>
              <a:gd name="p0x16" fmla="*/ 150 w 5584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61"/>
            </p:custDataLst>
          </p:nvPr>
        </p:nvSpPr>
        <p:spPr>
          <a:xfrm>
            <a:off x="2139315" y="36576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4792" t="-2632" r="-4792" b="-2632"/>
          <a:stretch>
            <a:fillRect/>
          </a:stretch>
        </p:blipFill>
        <p:spPr>
          <a:xfrm>
            <a:off x="2265680" y="3771900"/>
            <a:ext cx="167005" cy="1905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65"/>
            </p:custDataLst>
          </p:nvPr>
        </p:nvSpPr>
        <p:spPr>
          <a:xfrm>
            <a:off x="2006498" y="4191000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66"/>
            </p:custDataLst>
          </p:nvPr>
        </p:nvSpPr>
        <p:spPr>
          <a:xfrm>
            <a:off x="1492148" y="4590097"/>
            <a:ext cx="17145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注册登录、个人主页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67"/>
            </p:custDataLst>
          </p:nvPr>
        </p:nvSpPr>
        <p:spPr>
          <a:xfrm>
            <a:off x="4322445" y="3462020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150 w 5585"/>
              <a:gd name="p0y0" fmla="*/ 0 h 3390"/>
              <a:gd name="p0x1" fmla="*/ 5435 w 5585"/>
              <a:gd name="p0y1" fmla="*/ 0 h 3390"/>
              <a:gd name="p0x2" fmla="*/ 5517 w 5585"/>
              <a:gd name="p0y2" fmla="*/ 0 h 3390"/>
              <a:gd name="p0x3" fmla="*/ 5585 w 5585"/>
              <a:gd name="p0y3" fmla="*/ 67 h 3390"/>
              <a:gd name="p0x4" fmla="*/ 5585 w 5585"/>
              <a:gd name="p0y4" fmla="*/ 150 h 3390"/>
              <a:gd name="p0x5" fmla="*/ 5585 w 5585"/>
              <a:gd name="p0y5" fmla="*/ 3240 h 3390"/>
              <a:gd name="p0x6" fmla="*/ 5585 w 5585"/>
              <a:gd name="p0y6" fmla="*/ 3322 h 3390"/>
              <a:gd name="p0x7" fmla="*/ 5517 w 5585"/>
              <a:gd name="p0y7" fmla="*/ 3390 h 3390"/>
              <a:gd name="p0x8" fmla="*/ 5435 w 5585"/>
              <a:gd name="p0y8" fmla="*/ 3390 h 3390"/>
              <a:gd name="p0x9" fmla="*/ 150 w 5585"/>
              <a:gd name="p0y9" fmla="*/ 3390 h 3390"/>
              <a:gd name="p0x10" fmla="*/ 67 w 5585"/>
              <a:gd name="p0y10" fmla="*/ 3390 h 3390"/>
              <a:gd name="p0x11" fmla="*/ 0 w 5585"/>
              <a:gd name="p0y11" fmla="*/ 3322 h 3390"/>
              <a:gd name="p0x12" fmla="*/ 0 w 5585"/>
              <a:gd name="p0y12" fmla="*/ 3240 h 3390"/>
              <a:gd name="p0x13" fmla="*/ 0 w 5585"/>
              <a:gd name="p0y13" fmla="*/ 150 h 3390"/>
              <a:gd name="p0x14" fmla="*/ 0 w 5585"/>
              <a:gd name="p0y14" fmla="*/ 67 h 3390"/>
              <a:gd name="p0x15" fmla="*/ 67 w 5585"/>
              <a:gd name="p0y15" fmla="*/ 0 h 3390"/>
              <a:gd name="p0x16" fmla="*/ 15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68"/>
            </p:custDataLst>
          </p:nvPr>
        </p:nvSpPr>
        <p:spPr>
          <a:xfrm>
            <a:off x="5885815" y="36576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>
            <a:fillRect/>
          </a:stretch>
        </p:blipFill>
        <p:spPr>
          <a:xfrm>
            <a:off x="6000115" y="3771900"/>
            <a:ext cx="190500" cy="1905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72"/>
            </p:custDataLst>
          </p:nvPr>
        </p:nvSpPr>
        <p:spPr>
          <a:xfrm>
            <a:off x="5753024" y="4191000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搜索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73"/>
            </p:custDataLst>
          </p:nvPr>
        </p:nvSpPr>
        <p:spPr>
          <a:xfrm>
            <a:off x="5123259" y="4590097"/>
            <a:ext cx="194532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Elasticsearch</a:t>
            </a:r>
            <a:r>
              <a:rPr 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全文检索</a:t>
            </a:r>
            <a:endParaRPr 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74"/>
            </p:custDataLst>
          </p:nvPr>
        </p:nvSpPr>
        <p:spPr>
          <a:xfrm>
            <a:off x="5029124" y="4982499"/>
            <a:ext cx="21336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标题、正文、标签多字段索引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75"/>
            </p:custDataLst>
          </p:nvPr>
        </p:nvSpPr>
        <p:spPr>
          <a:xfrm>
            <a:off x="9156700" y="5810250"/>
            <a:ext cx="508000" cy="276225"/>
          </a:xfrm>
          <a:custGeom>
            <a:avLst/>
            <a:gdLst>
              <a:gd name="sw" fmla="*/ 1 w 800"/>
              <a:gd name="sh" fmla="*/ 1 h 435"/>
              <a:gd name="mins" fmla="min sw sh"/>
              <a:gd name="dsw" fmla="+- 0 sw mins"/>
              <a:gd name="dsh" fmla="+- 0 sh mins"/>
              <a:gd name="p0x0" fmla="*/ 217 w 800"/>
              <a:gd name="p0y0" fmla="*/ 0 h 435"/>
              <a:gd name="p0x1" fmla="*/ 582 w 800"/>
              <a:gd name="p0y1" fmla="*/ 0 h 435"/>
              <a:gd name="p0x2" fmla="*/ 702 w 800"/>
              <a:gd name="p0y2" fmla="*/ 0 h 435"/>
              <a:gd name="p0x3" fmla="*/ 800 w 800"/>
              <a:gd name="p0y3" fmla="*/ 97 h 435"/>
              <a:gd name="p0x4" fmla="*/ 800 w 800"/>
              <a:gd name="p0y4" fmla="*/ 217 h 435"/>
              <a:gd name="p0x5" fmla="*/ 800 w 800"/>
              <a:gd name="p0y5" fmla="*/ 337 h 435"/>
              <a:gd name="p0x6" fmla="*/ 702 w 800"/>
              <a:gd name="p0y6" fmla="*/ 435 h 435"/>
              <a:gd name="p0x7" fmla="*/ 582 w 800"/>
              <a:gd name="p0y7" fmla="*/ 435 h 435"/>
              <a:gd name="p0x8" fmla="*/ 217 w 800"/>
              <a:gd name="p0y8" fmla="*/ 435 h 435"/>
              <a:gd name="p0x9" fmla="*/ 97 w 800"/>
              <a:gd name="p0y9" fmla="*/ 435 h 435"/>
              <a:gd name="p0x10" fmla="*/ 0 w 800"/>
              <a:gd name="p0y10" fmla="*/ 337 h 435"/>
              <a:gd name="p0x11" fmla="*/ 0 w 800"/>
              <a:gd name="p0y11" fmla="*/ 217 h 435"/>
              <a:gd name="p0x12" fmla="*/ 0 w 800"/>
              <a:gd name="p0y12" fmla="*/ 97 h 435"/>
              <a:gd name="p0x13" fmla="*/ 97 w 800"/>
              <a:gd name="p0y13" fmla="*/ 0 h 435"/>
              <a:gd name="p0x14" fmla="*/ 217 w 80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76"/>
            </p:custDataLst>
          </p:nvPr>
        </p:nvSpPr>
        <p:spPr>
          <a:xfrm>
            <a:off x="9271159" y="5848350"/>
            <a:ext cx="43197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zh-CN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.NET</a:t>
            </a:r>
            <a:endParaRPr lang="en-US" altLang="zh-CN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77"/>
            </p:custDataLst>
          </p:nvPr>
        </p:nvSpPr>
        <p:spPr>
          <a:xfrm>
            <a:off x="9822815" y="5810250"/>
            <a:ext cx="508000" cy="276225"/>
          </a:xfrm>
          <a:custGeom>
            <a:avLst/>
            <a:gdLst>
              <a:gd name="sw" fmla="*/ 1 w 800"/>
              <a:gd name="sh" fmla="*/ 1 h 435"/>
              <a:gd name="mins" fmla="min sw sh"/>
              <a:gd name="dsw" fmla="+- 0 sw mins"/>
              <a:gd name="dsh" fmla="+- 0 sh mins"/>
              <a:gd name="p0x0" fmla="*/ 217 w 800"/>
              <a:gd name="p0y0" fmla="*/ 0 h 435"/>
              <a:gd name="p0x1" fmla="*/ 582 w 800"/>
              <a:gd name="p0y1" fmla="*/ 0 h 435"/>
              <a:gd name="p0x2" fmla="*/ 702 w 800"/>
              <a:gd name="p0y2" fmla="*/ 0 h 435"/>
              <a:gd name="p0x3" fmla="*/ 800 w 800"/>
              <a:gd name="p0y3" fmla="*/ 97 h 435"/>
              <a:gd name="p0x4" fmla="*/ 800 w 800"/>
              <a:gd name="p0y4" fmla="*/ 217 h 435"/>
              <a:gd name="p0x5" fmla="*/ 800 w 800"/>
              <a:gd name="p0y5" fmla="*/ 337 h 435"/>
              <a:gd name="p0x6" fmla="*/ 702 w 800"/>
              <a:gd name="p0y6" fmla="*/ 435 h 435"/>
              <a:gd name="p0x7" fmla="*/ 582 w 800"/>
              <a:gd name="p0y7" fmla="*/ 435 h 435"/>
              <a:gd name="p0x8" fmla="*/ 217 w 800"/>
              <a:gd name="p0y8" fmla="*/ 435 h 435"/>
              <a:gd name="p0x9" fmla="*/ 97 w 800"/>
              <a:gd name="p0y9" fmla="*/ 435 h 435"/>
              <a:gd name="p0x10" fmla="*/ 0 w 800"/>
              <a:gd name="p0y10" fmla="*/ 337 h 435"/>
              <a:gd name="p0x11" fmla="*/ 0 w 800"/>
              <a:gd name="p0y11" fmla="*/ 217 h 435"/>
              <a:gd name="p0x12" fmla="*/ 0 w 800"/>
              <a:gd name="p0y12" fmla="*/ 97 h 435"/>
              <a:gd name="p0x13" fmla="*/ 97 w 800"/>
              <a:gd name="p0y13" fmla="*/ 0 h 435"/>
              <a:gd name="p0x14" fmla="*/ 217 w 80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78"/>
            </p:custDataLst>
          </p:nvPr>
        </p:nvSpPr>
        <p:spPr>
          <a:xfrm>
            <a:off x="9937274" y="5848350"/>
            <a:ext cx="43197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xUnit</a:t>
            </a:r>
            <a:endParaRPr lang="en-US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3"/>
          <p:cNvSpPr/>
          <p:nvPr/>
        </p:nvSpPr>
        <p:spPr>
          <a:xfrm>
            <a:off x="115570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网站</a:t>
            </a:r>
            <a:r>
              <a:rPr lang="zh-CN" sz="2200" b="1">
                <a:solidFill>
                  <a:srgbClr val="0E3454"/>
                </a:solidFill>
                <a:latin typeface="Noto Sans CJK SC"/>
              </a:rPr>
              <a:t>首页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" y="1482725"/>
            <a:ext cx="4446270" cy="2603500"/>
          </a:xfrm>
          <a:prstGeom prst="rect">
            <a:avLst/>
          </a:prstGeom>
        </p:spPr>
      </p:pic>
      <p:sp>
        <p:nvSpPr>
          <p:cNvPr id="12" name="Rectangle 3"/>
          <p:cNvSpPr/>
          <p:nvPr/>
        </p:nvSpPr>
        <p:spPr>
          <a:xfrm>
            <a:off x="5064125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博客文章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620" y="1482725"/>
            <a:ext cx="4915535" cy="3756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3"/>
          <p:cNvSpPr/>
          <p:nvPr/>
        </p:nvSpPr>
        <p:spPr>
          <a:xfrm>
            <a:off x="115570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论坛回复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5064125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博客</a:t>
            </a:r>
            <a:r>
              <a:rPr lang="zh-CN" sz="2200" b="1">
                <a:solidFill>
                  <a:srgbClr val="0E3454"/>
                </a:solidFill>
                <a:latin typeface="Noto Sans CJK SC"/>
              </a:rPr>
              <a:t>标签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" y="1482725"/>
            <a:ext cx="4758690" cy="3224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10" y="1482725"/>
            <a:ext cx="6012815" cy="3487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3"/>
          <p:cNvSpPr/>
          <p:nvPr/>
        </p:nvSpPr>
        <p:spPr>
          <a:xfrm>
            <a:off x="115570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发表文章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5064125" y="8534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搜索功能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1482725"/>
            <a:ext cx="5064125" cy="2936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30" y="1482725"/>
            <a:ext cx="6384925" cy="3423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问题分析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2200" b="1">
                <a:solidFill>
                  <a:srgbClr val="0E3454"/>
                </a:solidFill>
                <a:latin typeface="Noto Sans CJK SC"/>
              </a:rPr>
              <a:t>读取文章功能优化前</a:t>
            </a:r>
            <a:r>
              <a:rPr lang="zh-CN" sz="2200" b="1">
                <a:solidFill>
                  <a:srgbClr val="0E3454"/>
                </a:solidFill>
                <a:latin typeface="Noto Sans CJK SC"/>
              </a:rPr>
              <a:t>测试</a:t>
            </a:r>
            <a:endParaRPr lang="zh-CN"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6090" y="845820"/>
          <a:ext cx="4380230" cy="398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960"/>
                <a:gridCol w="1267460"/>
                <a:gridCol w="2035810"/>
              </a:tblGrid>
              <a:tr h="79756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测试结果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E8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E8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样本数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192,035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秒内约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万次请求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错误率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功能正确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吞吐量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639 req/s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受后端处理耗时制约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769 ms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单次读详情成本偏高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中位数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1,354 ms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半数用户等待超过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P90 / P95 / P99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4,867 / 7,026 / 12,287 ms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尾部延迟达秒级甚至十秒级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15,112 ms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高压下存在严重排队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Apdex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T=500ms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0.585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用户满意度偏低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83175" y="895985"/>
            <a:ext cx="6529705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8239" y="996696"/>
            <a:ext cx="6885431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JMeter Dashboard 关键截图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411480" y="4942205"/>
            <a:ext cx="3611880" cy="169164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653669" y="5083429"/>
            <a:ext cx="331927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1250" b="1">
                <a:solidFill>
                  <a:srgbClr val="FF7E31"/>
                </a:solidFill>
                <a:latin typeface="Noto Sans CJK SC"/>
              </a:rPr>
              <a:t>性能：链路长，尾部延迟</a:t>
            </a:r>
            <a:r>
              <a:rPr lang="zh-CN" sz="1250" b="1">
                <a:solidFill>
                  <a:srgbClr val="FF7E31"/>
                </a:solidFill>
                <a:latin typeface="Noto Sans CJK SC"/>
              </a:rPr>
              <a:t>突出</a:t>
            </a:r>
            <a:endParaRPr lang="zh-CN"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53542" y="5421757"/>
            <a:ext cx="3291840" cy="8947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Apdex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仅0.585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说明多数请求超出可接受等待。平均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约769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但中位数1,354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高于平均值，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近4.9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s、P99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超12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呈现长尾分布：少量请求较快，大量请求在高压下排队等待，用户体验差异极大。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605655" y="4982845"/>
            <a:ext cx="3429000" cy="1691640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751959" y="5083429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1250" b="1">
                <a:solidFill>
                  <a:srgbClr val="FF7E31"/>
                </a:solidFill>
                <a:latin typeface="Noto Sans CJK SC"/>
              </a:rPr>
              <a:t>读峰全部压在</a:t>
            </a:r>
            <a:r>
              <a:rPr lang="zh-CN" sz="1250" b="1">
                <a:solidFill>
                  <a:srgbClr val="FF7E31"/>
                </a:solidFill>
                <a:latin typeface="Noto Sans CJK SC"/>
              </a:rPr>
              <a:t>后端</a:t>
            </a:r>
            <a:endParaRPr lang="zh-CN"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671186" y="5421757"/>
            <a:ext cx="3108960" cy="692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虽然错误率为 0%，但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超过 12 秒。500 并发下，全部读请求落在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article-service，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与点赞、评论、登录等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共享资源；读峰与写峰叠加时，读流量可能拖垮其他功能，系统抗读峰能力弱。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8"/>
            </p:custDataLst>
          </p:nvPr>
        </p:nvSpPr>
        <p:spPr>
          <a:xfrm>
            <a:off x="8263255" y="4982845"/>
            <a:ext cx="3520440" cy="16916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8409559" y="5083429"/>
            <a:ext cx="322783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250" b="1">
                <a:solidFill>
                  <a:srgbClr val="FF7E31"/>
                </a:solidFill>
                <a:latin typeface="Noto Sans CJK SC"/>
              </a:rPr>
              <a:t>资源利用：重复读放大</a:t>
            </a:r>
            <a:endParaRPr lang="zh-CN" altLang="en-US"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427846" y="5421757"/>
            <a:ext cx="3200400" cy="68135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45">
                <a:solidFill>
                  <a:srgbClr val="263542"/>
                </a:solidFill>
                <a:latin typeface="Noto Sans CJK SC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压测针对固定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articleId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重复访问，内容不变，但每次仍查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MySQL、MongoDB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并发起多次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Dubbo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调用。约 639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req/s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的吞吐以较高单次成本换取，无法支撑热点文章突发流量下的低延迟要求。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9465" y="1271270"/>
            <a:ext cx="4288790" cy="2297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" name="组合 91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问题分析：为什么需要 Redis 缓冲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5514975" cy="3933825"/>
          </a:xfrm>
          <a:custGeom>
            <a:avLst/>
            <a:gdLst>
              <a:gd name="sw" fmla="*/ 1 w 8685"/>
              <a:gd name="sh" fmla="*/ 1 h 6195"/>
              <a:gd name="mins" fmla="min sw sh"/>
              <a:gd name="dsw" fmla="+- 0 sw mins"/>
              <a:gd name="dsh" fmla="+- 0 sh mins"/>
              <a:gd name="p0x0" fmla="*/ 210 w 8685"/>
              <a:gd name="p0y0" fmla="*/ 0 h 6195"/>
              <a:gd name="p0x1" fmla="*/ 8685 w 8685"/>
              <a:gd name="p0y1" fmla="*/ 0 h 6195"/>
              <a:gd name="p0x2" fmla="*/ 8685 w 8685"/>
              <a:gd name="p0y2" fmla="*/ 6195 h 6195"/>
              <a:gd name="p0x3" fmla="*/ 210 w 8685"/>
              <a:gd name="p0y3" fmla="*/ 6195 h 6195"/>
              <a:gd name="p0x4" fmla="*/ 94 w 8685"/>
              <a:gd name="p0y4" fmla="*/ 6195 h 6195"/>
              <a:gd name="p0x5" fmla="*/ 0 w 8685"/>
              <a:gd name="p0y5" fmla="*/ 6100 h 6195"/>
              <a:gd name="p0x6" fmla="*/ 0 w 8685"/>
              <a:gd name="p0y6" fmla="*/ 5985 h 6195"/>
              <a:gd name="p0x7" fmla="*/ 0 w 8685"/>
              <a:gd name="p0y7" fmla="*/ 210 h 6195"/>
              <a:gd name="p0x8" fmla="*/ 0 w 8685"/>
              <a:gd name="p0y8" fmla="*/ 94 h 6195"/>
              <a:gd name="p0x9" fmla="*/ 94 w 8685"/>
              <a:gd name="p0y9" fmla="*/ 0 h 6195"/>
              <a:gd name="p0x10" fmla="*/ 210 w 8685"/>
              <a:gd name="p0y10" fmla="*/ 0 h 61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cubicBezTo>
                  <a:pt x="p0x4" y="p0y4"/>
                  <a:pt x="p0x5" y="p0y5"/>
                  <a:pt x="p0x6" y="p0y6"/>
                </a:cubicBezTo>
                <a:lnTo>
                  <a:pt x="p0x7" y="p0y7"/>
                </a:lnTo>
                <a:cubicBezTo>
                  <a:pt x="p0x8" y="p0y8"/>
                  <a:pt x="p0x9" y="p0y9"/>
                  <a:pt x="p0x10" y="p0y10"/>
                </a:cubicBezTo>
                <a:close/>
              </a:path>
            </a:pathLst>
          </a:custGeom>
          <a:solidFill>
            <a:srgbClr val="FFFFFF">
              <a:alpha val="75294"/>
            </a:srgbClr>
          </a:solidFill>
          <a:ln w="9525" cmpd="sng">
            <a:solidFill>
              <a:srgbClr val="F2EBE7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33425" y="13379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828675" y="1433195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152525" y="1251585"/>
            <a:ext cx="190842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数据库热点</a:t>
            </a:r>
            <a:endParaRPr lang="zh-CN" altLang="en-US" b="1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152525" y="1552575"/>
            <a:ext cx="469138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同一文章/评论被大量用户同时点赞，MySQL 形成热点写入</a:t>
            </a:r>
            <a:endParaRPr lang="zh-CN" altLang="en-US"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733425" y="20421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819226" y="2075707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076325" y="2061210"/>
            <a:ext cx="29241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点赞请求频繁查询、插入、更新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5805170" y="2118360"/>
            <a:ext cx="114300" cy="114300"/>
          </a:xfrm>
          <a:prstGeom prst="rect">
            <a:avLst/>
          </a:prstGeom>
        </p:spPr>
      </p:pic>
      <p:sp>
        <p:nvSpPr>
          <p:cNvPr id="16" name="任意多边形 15"/>
          <p:cNvSpPr/>
          <p:nvPr>
            <p:custDataLst>
              <p:tags r:id="rId17"/>
            </p:custDataLst>
          </p:nvPr>
        </p:nvSpPr>
        <p:spPr>
          <a:xfrm>
            <a:off x="733425" y="2522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819226" y="2555977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1076325" y="2541689"/>
            <a:ext cx="389178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同步 count 查询持续消耗数据库资源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5805170" y="2598420"/>
            <a:ext cx="114300" cy="114300"/>
          </a:xfrm>
          <a:prstGeom prst="rect">
            <a:avLst/>
          </a:prstGeom>
        </p:spPr>
      </p:pic>
      <p:sp>
        <p:nvSpPr>
          <p:cNvPr id="20" name="任意多边形 19"/>
          <p:cNvSpPr/>
          <p:nvPr>
            <p:custDataLst>
              <p:tags r:id="rId21"/>
            </p:custDataLst>
          </p:nvPr>
        </p:nvSpPr>
        <p:spPr>
          <a:xfrm>
            <a:off x="733425" y="30022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819226" y="303624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1076325" y="3021965"/>
            <a:ext cx="314198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重复点击可能造成状态翻转错乱</a:t>
            </a:r>
            <a:endParaRPr 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5805170" y="3078480"/>
            <a:ext cx="114300" cy="114300"/>
          </a:xfrm>
          <a:prstGeom prst="rect">
            <a:avLst/>
          </a:prstGeom>
        </p:spPr>
      </p:pic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733425" y="34829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819226" y="351651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1076325" y="3502025"/>
            <a:ext cx="31908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请求等待数据库写入，接口响应变慢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5805170" y="3559175"/>
            <a:ext cx="114300" cy="114300"/>
          </a:xfrm>
          <a:prstGeom prst="rect">
            <a:avLst/>
          </a:prstGeom>
        </p:spPr>
      </p:pic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733425" y="39630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819226" y="399677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1076325" y="3982720"/>
            <a:ext cx="324739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多实例部署下需避免重复落库和并发竞争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5805170" y="4039235"/>
            <a:ext cx="114300" cy="114300"/>
          </a:xfrm>
          <a:prstGeom prst="rect">
            <a:avLst/>
          </a:prstGeom>
        </p:spPr>
      </p:pic>
      <p:sp>
        <p:nvSpPr>
          <p:cNvPr id="32" name="任意多边形 31"/>
          <p:cNvSpPr/>
          <p:nvPr>
            <p:custDataLst>
              <p:tags r:id="rId33"/>
            </p:custDataLst>
          </p:nvPr>
        </p:nvSpPr>
        <p:spPr>
          <a:xfrm>
            <a:off x="733425" y="44430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819226" y="447704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200" b="1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1076325" y="4462780"/>
            <a:ext cx="41846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核心矛盾：既要快速返回，又要保证最终数据可靠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6"/>
            </p:custDataLst>
          </p:nvPr>
        </p:nvSpPr>
        <p:spPr>
          <a:xfrm>
            <a:off x="6100445" y="1109345"/>
            <a:ext cx="5514975" cy="3933825"/>
          </a:xfrm>
          <a:custGeom>
            <a:avLst/>
            <a:gdLst>
              <a:gd name="sw" fmla="*/ 1 w 8685"/>
              <a:gd name="sh" fmla="*/ 1 h 6195"/>
              <a:gd name="mins" fmla="min sw sh"/>
              <a:gd name="dsw" fmla="+- 0 sw mins"/>
              <a:gd name="dsh" fmla="+- 0 sh mins"/>
              <a:gd name="p0x0" fmla="*/ 0 w 8685"/>
              <a:gd name="p0y0" fmla="*/ 0 h 6195"/>
              <a:gd name="p0x1" fmla="*/ 8475 w 8685"/>
              <a:gd name="p0y1" fmla="*/ 0 h 6195"/>
              <a:gd name="p0x2" fmla="*/ 8590 w 8685"/>
              <a:gd name="p0y2" fmla="*/ 0 h 6195"/>
              <a:gd name="p0x3" fmla="*/ 8685 w 8685"/>
              <a:gd name="p0y3" fmla="*/ 94 h 6195"/>
              <a:gd name="p0x4" fmla="*/ 8685 w 8685"/>
              <a:gd name="p0y4" fmla="*/ 210 h 6195"/>
              <a:gd name="p0x5" fmla="*/ 8685 w 8685"/>
              <a:gd name="p0y5" fmla="*/ 5985 h 6195"/>
              <a:gd name="p0x6" fmla="*/ 8685 w 8685"/>
              <a:gd name="p0y6" fmla="*/ 6100 h 6195"/>
              <a:gd name="p0x7" fmla="*/ 8590 w 8685"/>
              <a:gd name="p0y7" fmla="*/ 6195 h 6195"/>
              <a:gd name="p0x8" fmla="*/ 8475 w 8685"/>
              <a:gd name="p0y8" fmla="*/ 6195 h 6195"/>
              <a:gd name="p0x9" fmla="*/ 0 w 8685"/>
              <a:gd name="p0y9" fmla="*/ 6195 h 6195"/>
              <a:gd name="p0x10" fmla="*/ 0 w 8685"/>
              <a:gd name="p0y10" fmla="*/ 0 h 61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lnTo>
                  <a:pt x="p0x10" y="p0y10"/>
                </a:lnTo>
                <a:close/>
              </a:path>
            </a:pathLst>
          </a:custGeom>
          <a:solidFill>
            <a:srgbClr val="FFE9D9"/>
          </a:solidFill>
          <a:ln w="9525" cmpd="sng">
            <a:solidFill>
              <a:srgbClr val="FF8A3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7"/>
            </p:custDataLst>
          </p:nvPr>
        </p:nvSpPr>
        <p:spPr>
          <a:xfrm>
            <a:off x="6448425" y="13379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3125" r="-3125"/>
          <a:stretch>
            <a:fillRect/>
          </a:stretch>
        </p:blipFill>
        <p:spPr>
          <a:xfrm>
            <a:off x="6553200" y="1433195"/>
            <a:ext cx="13335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1"/>
            </p:custDataLst>
          </p:nvPr>
        </p:nvSpPr>
        <p:spPr>
          <a:xfrm>
            <a:off x="6867525" y="1251585"/>
            <a:ext cx="190336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解决方向</a:t>
            </a:r>
            <a:endParaRPr lang="zh-CN" altLang="en-US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2"/>
            </p:custDataLst>
          </p:nvPr>
        </p:nvSpPr>
        <p:spPr>
          <a:xfrm>
            <a:off x="6867525" y="1552575"/>
            <a:ext cx="283146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快速读写 + MySQL 最终持久化</a:t>
            </a:r>
            <a:endParaRPr lang="zh-CN" altLang="en-US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3"/>
            </p:custDataLst>
          </p:nvPr>
        </p:nvSpPr>
        <p:spPr>
          <a:xfrm>
            <a:off x="6448425" y="2015490"/>
            <a:ext cx="5010150" cy="1228725"/>
          </a:xfrm>
          <a:custGeom>
            <a:avLst/>
            <a:gdLst>
              <a:gd name="sw" fmla="*/ 1 w 7890"/>
              <a:gd name="sh" fmla="*/ 1 h 1935"/>
              <a:gd name="mins" fmla="min sw sh"/>
              <a:gd name="dsw" fmla="+- 0 sw mins"/>
              <a:gd name="dsh" fmla="+- 0 sh mins"/>
              <a:gd name="p0x0" fmla="*/ 150 w 7890"/>
              <a:gd name="p0y0" fmla="*/ 0 h 1935"/>
              <a:gd name="p0x1" fmla="*/ 7740 w 7890"/>
              <a:gd name="p0y1" fmla="*/ 0 h 1935"/>
              <a:gd name="p0x2" fmla="*/ 7822 w 7890"/>
              <a:gd name="p0y2" fmla="*/ 0 h 1935"/>
              <a:gd name="p0x3" fmla="*/ 7890 w 7890"/>
              <a:gd name="p0y3" fmla="*/ 67 h 1935"/>
              <a:gd name="p0x4" fmla="*/ 7890 w 7890"/>
              <a:gd name="p0y4" fmla="*/ 150 h 1935"/>
              <a:gd name="p0x5" fmla="*/ 7890 w 7890"/>
              <a:gd name="p0y5" fmla="*/ 1785 h 1935"/>
              <a:gd name="p0x6" fmla="*/ 7890 w 7890"/>
              <a:gd name="p0y6" fmla="*/ 1867 h 1935"/>
              <a:gd name="p0x7" fmla="*/ 7822 w 7890"/>
              <a:gd name="p0y7" fmla="*/ 1935 h 1935"/>
              <a:gd name="p0x8" fmla="*/ 7740 w 7890"/>
              <a:gd name="p0y8" fmla="*/ 1935 h 1935"/>
              <a:gd name="p0x9" fmla="*/ 150 w 7890"/>
              <a:gd name="p0y9" fmla="*/ 1935 h 1935"/>
              <a:gd name="p0x10" fmla="*/ 67 w 7890"/>
              <a:gd name="p0y10" fmla="*/ 1935 h 1935"/>
              <a:gd name="p0x11" fmla="*/ 0 w 7890"/>
              <a:gd name="p0y11" fmla="*/ 1867 h 1935"/>
              <a:gd name="p0x12" fmla="*/ 0 w 7890"/>
              <a:gd name="p0y12" fmla="*/ 1785 h 1935"/>
              <a:gd name="p0x13" fmla="*/ 0 w 7890"/>
              <a:gd name="p0y13" fmla="*/ 150 h 1935"/>
              <a:gd name="p0x14" fmla="*/ 0 w 7890"/>
              <a:gd name="p0y14" fmla="*/ 67 h 1935"/>
              <a:gd name="p0x15" fmla="*/ 67 w 7890"/>
              <a:gd name="p0y15" fmla="*/ 0 h 1935"/>
              <a:gd name="p0x16" fmla="*/ 150 w 7890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6579235" y="2158365"/>
            <a:ext cx="133350" cy="1384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7"/>
            </p:custDataLst>
          </p:nvPr>
        </p:nvSpPr>
        <p:spPr>
          <a:xfrm>
            <a:off x="6767513" y="213040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写入路径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8"/>
            </p:custDataLst>
          </p:nvPr>
        </p:nvSpPr>
        <p:spPr>
          <a:xfrm>
            <a:off x="6562725" y="237744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9"/>
            </p:custDataLst>
          </p:nvPr>
        </p:nvSpPr>
        <p:spPr>
          <a:xfrm>
            <a:off x="6625828" y="2394718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0"/>
            </p:custDataLst>
          </p:nvPr>
        </p:nvSpPr>
        <p:spPr>
          <a:xfrm>
            <a:off x="6848475" y="2368550"/>
            <a:ext cx="25730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用户点击点赞/取消点赞</a:t>
            </a:r>
            <a:endParaRPr lang="zh-CN" altLang="en-US"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1"/>
            </p:custDataLst>
          </p:nvPr>
        </p:nvSpPr>
        <p:spPr>
          <a:xfrm>
            <a:off x="6562725" y="264414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2"/>
            </p:custDataLst>
          </p:nvPr>
        </p:nvSpPr>
        <p:spPr>
          <a:xfrm>
            <a:off x="6625828" y="2661418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3"/>
            </p:custDataLst>
          </p:nvPr>
        </p:nvSpPr>
        <p:spPr>
          <a:xfrm>
            <a:off x="6848475" y="2635225"/>
            <a:ext cx="244814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Redis 更新状态与计数</a:t>
            </a:r>
            <a:endParaRPr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4"/>
            </p:custDataLst>
          </p:nvPr>
        </p:nvSpPr>
        <p:spPr>
          <a:xfrm>
            <a:off x="6562725" y="291084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5"/>
            </p:custDataLst>
          </p:nvPr>
        </p:nvSpPr>
        <p:spPr>
          <a:xfrm>
            <a:off x="6625828" y="2928118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6"/>
            </p:custDataLst>
          </p:nvPr>
        </p:nvSpPr>
        <p:spPr>
          <a:xfrm>
            <a:off x="6848475" y="2901925"/>
            <a:ext cx="351048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dirty 记录最终状态</a:t>
            </a:r>
            <a:endParaRPr lang="en-US" altLang="zh-CN"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7"/>
            </p:custDataLst>
          </p:nvPr>
        </p:nvSpPr>
        <p:spPr>
          <a:xfrm>
            <a:off x="6448425" y="3507740"/>
            <a:ext cx="5010150" cy="1228725"/>
          </a:xfrm>
          <a:custGeom>
            <a:avLst/>
            <a:gdLst>
              <a:gd name="sw" fmla="*/ 1 w 7890"/>
              <a:gd name="sh" fmla="*/ 1 h 1935"/>
              <a:gd name="mins" fmla="min sw sh"/>
              <a:gd name="dsw" fmla="+- 0 sw mins"/>
              <a:gd name="dsh" fmla="+- 0 sh mins"/>
              <a:gd name="p0x0" fmla="*/ 150 w 7890"/>
              <a:gd name="p0y0" fmla="*/ 0 h 1935"/>
              <a:gd name="p0x1" fmla="*/ 7740 w 7890"/>
              <a:gd name="p0y1" fmla="*/ 0 h 1935"/>
              <a:gd name="p0x2" fmla="*/ 7822 w 7890"/>
              <a:gd name="p0y2" fmla="*/ 0 h 1935"/>
              <a:gd name="p0x3" fmla="*/ 7890 w 7890"/>
              <a:gd name="p0y3" fmla="*/ 67 h 1935"/>
              <a:gd name="p0x4" fmla="*/ 7890 w 7890"/>
              <a:gd name="p0y4" fmla="*/ 150 h 1935"/>
              <a:gd name="p0x5" fmla="*/ 7890 w 7890"/>
              <a:gd name="p0y5" fmla="*/ 1785 h 1935"/>
              <a:gd name="p0x6" fmla="*/ 7890 w 7890"/>
              <a:gd name="p0y6" fmla="*/ 1867 h 1935"/>
              <a:gd name="p0x7" fmla="*/ 7822 w 7890"/>
              <a:gd name="p0y7" fmla="*/ 1935 h 1935"/>
              <a:gd name="p0x8" fmla="*/ 7740 w 7890"/>
              <a:gd name="p0y8" fmla="*/ 1935 h 1935"/>
              <a:gd name="p0x9" fmla="*/ 150 w 7890"/>
              <a:gd name="p0y9" fmla="*/ 1935 h 1935"/>
              <a:gd name="p0x10" fmla="*/ 67 w 7890"/>
              <a:gd name="p0y10" fmla="*/ 1935 h 1935"/>
              <a:gd name="p0x11" fmla="*/ 0 w 7890"/>
              <a:gd name="p0y11" fmla="*/ 1867 h 1935"/>
              <a:gd name="p0x12" fmla="*/ 0 w 7890"/>
              <a:gd name="p0y12" fmla="*/ 1785 h 1935"/>
              <a:gd name="p0x13" fmla="*/ 0 w 7890"/>
              <a:gd name="p0y13" fmla="*/ 150 h 1935"/>
              <a:gd name="p0x14" fmla="*/ 0 w 7890"/>
              <a:gd name="p0y14" fmla="*/ 67 h 1935"/>
              <a:gd name="p0x15" fmla="*/ 67 w 7890"/>
              <a:gd name="p0y15" fmla="*/ 0 h 1935"/>
              <a:gd name="p0x16" fmla="*/ 150 w 7890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3333" t="-16061" r="-3333" b="-16061"/>
          <a:stretch>
            <a:fillRect/>
          </a:stretch>
        </p:blipFill>
        <p:spPr>
          <a:xfrm>
            <a:off x="6569710" y="3650615"/>
            <a:ext cx="152400" cy="13843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61"/>
            </p:custDataLst>
          </p:nvPr>
        </p:nvSpPr>
        <p:spPr>
          <a:xfrm>
            <a:off x="6767513" y="3622624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落库路径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2"/>
            </p:custDataLst>
          </p:nvPr>
        </p:nvSpPr>
        <p:spPr>
          <a:xfrm>
            <a:off x="6562725" y="386969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63"/>
            </p:custDataLst>
          </p:nvPr>
        </p:nvSpPr>
        <p:spPr>
          <a:xfrm>
            <a:off x="6625828" y="3886943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64"/>
            </p:custDataLst>
          </p:nvPr>
        </p:nvSpPr>
        <p:spPr>
          <a:xfrm>
            <a:off x="6848475" y="3860800"/>
            <a:ext cx="174434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定时任务扫描 dirty</a:t>
            </a:r>
            <a:endParaRPr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65"/>
            </p:custDataLst>
          </p:nvPr>
        </p:nvSpPr>
        <p:spPr>
          <a:xfrm>
            <a:off x="6562725" y="413639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66"/>
            </p:custDataLst>
          </p:nvPr>
        </p:nvSpPr>
        <p:spPr>
          <a:xfrm>
            <a:off x="6625828" y="4153643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7"/>
            </p:custDataLst>
          </p:nvPr>
        </p:nvSpPr>
        <p:spPr>
          <a:xfrm>
            <a:off x="6848475" y="4127449"/>
            <a:ext cx="399856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upsert 到 MySQL</a:t>
            </a:r>
            <a:endParaRPr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68"/>
            </p:custDataLst>
          </p:nvPr>
        </p:nvSpPr>
        <p:spPr>
          <a:xfrm>
            <a:off x="6562725" y="4403090"/>
            <a:ext cx="209550" cy="209550"/>
          </a:xfrm>
          <a:custGeom>
            <a:avLst/>
            <a:gdLst>
              <a:gd name="sw" fmla="*/ 1 w 330"/>
              <a:gd name="sh" fmla="*/ 1 h 330"/>
              <a:gd name="mins" fmla="min sw sh"/>
              <a:gd name="dsw" fmla="+- 0 sw mins"/>
              <a:gd name="dsh" fmla="+- 0 sh mins"/>
              <a:gd name="p0x0" fmla="*/ 60 w 330"/>
              <a:gd name="p0y0" fmla="*/ 0 h 330"/>
              <a:gd name="p0x1" fmla="*/ 270 w 330"/>
              <a:gd name="p0y1" fmla="*/ 0 h 330"/>
              <a:gd name="p0x2" fmla="*/ 303 w 330"/>
              <a:gd name="p0y2" fmla="*/ 0 h 330"/>
              <a:gd name="p0x3" fmla="*/ 330 w 330"/>
              <a:gd name="p0y3" fmla="*/ 26 h 330"/>
              <a:gd name="p0x4" fmla="*/ 330 w 330"/>
              <a:gd name="p0y4" fmla="*/ 60 h 330"/>
              <a:gd name="p0x5" fmla="*/ 330 w 330"/>
              <a:gd name="p0y5" fmla="*/ 270 h 330"/>
              <a:gd name="p0x6" fmla="*/ 330 w 330"/>
              <a:gd name="p0y6" fmla="*/ 303 h 330"/>
              <a:gd name="p0x7" fmla="*/ 303 w 330"/>
              <a:gd name="p0y7" fmla="*/ 330 h 330"/>
              <a:gd name="p0x8" fmla="*/ 270 w 330"/>
              <a:gd name="p0y8" fmla="*/ 330 h 330"/>
              <a:gd name="p0x9" fmla="*/ 60 w 330"/>
              <a:gd name="p0y9" fmla="*/ 330 h 330"/>
              <a:gd name="p0x10" fmla="*/ 26 w 330"/>
              <a:gd name="p0y10" fmla="*/ 330 h 330"/>
              <a:gd name="p0x11" fmla="*/ 0 w 330"/>
              <a:gd name="p0y11" fmla="*/ 303 h 330"/>
              <a:gd name="p0x12" fmla="*/ 0 w 330"/>
              <a:gd name="p0y12" fmla="*/ 270 h 330"/>
              <a:gd name="p0x13" fmla="*/ 0 w 330"/>
              <a:gd name="p0y13" fmla="*/ 60 h 330"/>
              <a:gd name="p0x14" fmla="*/ 0 w 330"/>
              <a:gd name="p0y14" fmla="*/ 26 h 330"/>
              <a:gd name="p0x15" fmla="*/ 26 w 330"/>
              <a:gd name="p0y15" fmla="*/ 0 h 330"/>
              <a:gd name="p0x16" fmla="*/ 60 w 330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69"/>
            </p:custDataLst>
          </p:nvPr>
        </p:nvSpPr>
        <p:spPr>
          <a:xfrm>
            <a:off x="6625828" y="4420343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70"/>
            </p:custDataLst>
          </p:nvPr>
        </p:nvSpPr>
        <p:spPr>
          <a:xfrm>
            <a:off x="6848475" y="4394149"/>
            <a:ext cx="362396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 retry / dirty</a:t>
            </a:r>
            <a:endParaRPr lang="zh-CN" altLang="en-US" sz="13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71"/>
            </p:custDataLst>
          </p:nvPr>
        </p:nvSpPr>
        <p:spPr>
          <a:xfrm>
            <a:off x="575945" y="5166995"/>
            <a:ext cx="2667000" cy="1304925"/>
          </a:xfrm>
          <a:custGeom>
            <a:avLst/>
            <a:gdLst>
              <a:gd name="sw" fmla="*/ 1 w 4200"/>
              <a:gd name="sh" fmla="*/ 1 h 2055"/>
              <a:gd name="mins" fmla="min sw sh"/>
              <a:gd name="dsw" fmla="+- 0 sw mins"/>
              <a:gd name="dsh" fmla="+- 0 sh mins"/>
              <a:gd name="p0x0" fmla="*/ 150 w 4200"/>
              <a:gd name="p0y0" fmla="*/ 0 h 2055"/>
              <a:gd name="p0x1" fmla="*/ 4050 w 4200"/>
              <a:gd name="p0y1" fmla="*/ 0 h 2055"/>
              <a:gd name="p0x2" fmla="*/ 4132 w 4200"/>
              <a:gd name="p0y2" fmla="*/ 0 h 2055"/>
              <a:gd name="p0x3" fmla="*/ 4200 w 4200"/>
              <a:gd name="p0y3" fmla="*/ 67 h 2055"/>
              <a:gd name="p0x4" fmla="*/ 4200 w 4200"/>
              <a:gd name="p0y4" fmla="*/ 150 h 2055"/>
              <a:gd name="p0x5" fmla="*/ 4200 w 4200"/>
              <a:gd name="p0y5" fmla="*/ 1905 h 2055"/>
              <a:gd name="p0x6" fmla="*/ 4200 w 4200"/>
              <a:gd name="p0y6" fmla="*/ 1987 h 2055"/>
              <a:gd name="p0x7" fmla="*/ 4132 w 4200"/>
              <a:gd name="p0y7" fmla="*/ 2055 h 2055"/>
              <a:gd name="p0x8" fmla="*/ 4050 w 4200"/>
              <a:gd name="p0y8" fmla="*/ 2055 h 2055"/>
              <a:gd name="p0x9" fmla="*/ 150 w 4200"/>
              <a:gd name="p0y9" fmla="*/ 2055 h 2055"/>
              <a:gd name="p0x10" fmla="*/ 67 w 4200"/>
              <a:gd name="p0y10" fmla="*/ 2055 h 2055"/>
              <a:gd name="p0x11" fmla="*/ 0 w 4200"/>
              <a:gd name="p0y11" fmla="*/ 1987 h 2055"/>
              <a:gd name="p0x12" fmla="*/ 0 w 4200"/>
              <a:gd name="p0y12" fmla="*/ 1905 h 2055"/>
              <a:gd name="p0x13" fmla="*/ 0 w 4200"/>
              <a:gd name="p0y13" fmla="*/ 150 h 2055"/>
              <a:gd name="p0x14" fmla="*/ 0 w 4200"/>
              <a:gd name="p0y14" fmla="*/ 67 h 2055"/>
              <a:gd name="p0x15" fmla="*/ 67 w 4200"/>
              <a:gd name="p0y15" fmla="*/ 0 h 2055"/>
              <a:gd name="p0x16" fmla="*/ 150 w 4200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>
            <p:custDataLst>
              <p:tags r:id="rId72"/>
            </p:custDataLst>
          </p:nvPr>
        </p:nvSpPr>
        <p:spPr>
          <a:xfrm>
            <a:off x="1699895" y="52863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3333" t="-2500" r="-3333" b="-2500"/>
          <a:stretch>
            <a:fillRect/>
          </a:stretch>
        </p:blipFill>
        <p:spPr>
          <a:xfrm>
            <a:off x="1833245" y="5395595"/>
            <a:ext cx="152400" cy="200025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76"/>
            </p:custDataLst>
          </p:nvPr>
        </p:nvSpPr>
        <p:spPr>
          <a:xfrm>
            <a:off x="1395336" y="5781675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效果</a:t>
            </a:r>
            <a:endParaRPr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77"/>
            </p:custDataLst>
          </p:nvPr>
        </p:nvSpPr>
        <p:spPr>
          <a:xfrm>
            <a:off x="814835" y="6004579"/>
            <a:ext cx="218985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削峰填谷：数据库不再承受每次点击的同步写压力</a:t>
            </a:r>
            <a:endParaRPr lang="zh-CN" altLang="en-US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78"/>
            </p:custDataLst>
          </p:nvPr>
        </p:nvSpPr>
        <p:spPr>
          <a:xfrm>
            <a:off x="4770755" y="5166995"/>
            <a:ext cx="2667000" cy="1304925"/>
          </a:xfrm>
          <a:custGeom>
            <a:avLst/>
            <a:gdLst>
              <a:gd name="sw" fmla="*/ 1 w 4200"/>
              <a:gd name="sh" fmla="*/ 1 h 2055"/>
              <a:gd name="mins" fmla="min sw sh"/>
              <a:gd name="dsw" fmla="+- 0 sw mins"/>
              <a:gd name="dsh" fmla="+- 0 sh mins"/>
              <a:gd name="p0x0" fmla="*/ 150 w 4200"/>
              <a:gd name="p0y0" fmla="*/ 0 h 2055"/>
              <a:gd name="p0x1" fmla="*/ 4050 w 4200"/>
              <a:gd name="p0y1" fmla="*/ 0 h 2055"/>
              <a:gd name="p0x2" fmla="*/ 4132 w 4200"/>
              <a:gd name="p0y2" fmla="*/ 0 h 2055"/>
              <a:gd name="p0x3" fmla="*/ 4200 w 4200"/>
              <a:gd name="p0y3" fmla="*/ 67 h 2055"/>
              <a:gd name="p0x4" fmla="*/ 4200 w 4200"/>
              <a:gd name="p0y4" fmla="*/ 150 h 2055"/>
              <a:gd name="p0x5" fmla="*/ 4200 w 4200"/>
              <a:gd name="p0y5" fmla="*/ 1905 h 2055"/>
              <a:gd name="p0x6" fmla="*/ 4200 w 4200"/>
              <a:gd name="p0y6" fmla="*/ 1987 h 2055"/>
              <a:gd name="p0x7" fmla="*/ 4132 w 4200"/>
              <a:gd name="p0y7" fmla="*/ 2055 h 2055"/>
              <a:gd name="p0x8" fmla="*/ 4050 w 4200"/>
              <a:gd name="p0y8" fmla="*/ 2055 h 2055"/>
              <a:gd name="p0x9" fmla="*/ 150 w 4200"/>
              <a:gd name="p0y9" fmla="*/ 2055 h 2055"/>
              <a:gd name="p0x10" fmla="*/ 67 w 4200"/>
              <a:gd name="p0y10" fmla="*/ 2055 h 2055"/>
              <a:gd name="p0x11" fmla="*/ 0 w 4200"/>
              <a:gd name="p0y11" fmla="*/ 1987 h 2055"/>
              <a:gd name="p0x12" fmla="*/ 0 w 4200"/>
              <a:gd name="p0y12" fmla="*/ 1905 h 2055"/>
              <a:gd name="p0x13" fmla="*/ 0 w 4200"/>
              <a:gd name="p0y13" fmla="*/ 150 h 2055"/>
              <a:gd name="p0x14" fmla="*/ 0 w 4200"/>
              <a:gd name="p0y14" fmla="*/ 67 h 2055"/>
              <a:gd name="p0x15" fmla="*/ 67 w 4200"/>
              <a:gd name="p0y15" fmla="*/ 0 h 2055"/>
              <a:gd name="p0x16" fmla="*/ 150 w 4200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79"/>
            </p:custDataLst>
          </p:nvPr>
        </p:nvSpPr>
        <p:spPr>
          <a:xfrm>
            <a:off x="5894705" y="52863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4510" t="-2500" r="-4510" b="-2500"/>
          <a:stretch>
            <a:fillRect/>
          </a:stretch>
        </p:blipFill>
        <p:spPr>
          <a:xfrm>
            <a:off x="6015990" y="5395595"/>
            <a:ext cx="176530" cy="200025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83"/>
            </p:custDataLst>
          </p:nvPr>
        </p:nvSpPr>
        <p:spPr>
          <a:xfrm>
            <a:off x="5622817" y="5781675"/>
            <a:ext cx="96343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</a:t>
            </a:r>
            <a:endParaRPr lang="zh-CN"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84"/>
            </p:custDataLst>
          </p:nvPr>
        </p:nvSpPr>
        <p:spPr>
          <a:xfrm>
            <a:off x="4961496" y="6004579"/>
            <a:ext cx="2286076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分布式锁、重试、死信、定时校准共同保证可靠性</a:t>
            </a:r>
            <a:endParaRPr lang="zh-CN" altLang="en-US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85"/>
            </p:custDataLst>
          </p:nvPr>
        </p:nvSpPr>
        <p:spPr>
          <a:xfrm>
            <a:off x="8916670" y="5166995"/>
            <a:ext cx="2667000" cy="1304925"/>
          </a:xfrm>
          <a:custGeom>
            <a:avLst/>
            <a:gdLst>
              <a:gd name="sw" fmla="*/ 1 w 4200"/>
              <a:gd name="sh" fmla="*/ 1 h 2055"/>
              <a:gd name="mins" fmla="min sw sh"/>
              <a:gd name="dsw" fmla="+- 0 sw mins"/>
              <a:gd name="dsh" fmla="+- 0 sh mins"/>
              <a:gd name="p0x0" fmla="*/ 150 w 4200"/>
              <a:gd name="p0y0" fmla="*/ 0 h 2055"/>
              <a:gd name="p0x1" fmla="*/ 4050 w 4200"/>
              <a:gd name="p0y1" fmla="*/ 0 h 2055"/>
              <a:gd name="p0x2" fmla="*/ 4132 w 4200"/>
              <a:gd name="p0y2" fmla="*/ 0 h 2055"/>
              <a:gd name="p0x3" fmla="*/ 4200 w 4200"/>
              <a:gd name="p0y3" fmla="*/ 67 h 2055"/>
              <a:gd name="p0x4" fmla="*/ 4200 w 4200"/>
              <a:gd name="p0y4" fmla="*/ 150 h 2055"/>
              <a:gd name="p0x5" fmla="*/ 4200 w 4200"/>
              <a:gd name="p0y5" fmla="*/ 1905 h 2055"/>
              <a:gd name="p0x6" fmla="*/ 4200 w 4200"/>
              <a:gd name="p0y6" fmla="*/ 1987 h 2055"/>
              <a:gd name="p0x7" fmla="*/ 4132 w 4200"/>
              <a:gd name="p0y7" fmla="*/ 2055 h 2055"/>
              <a:gd name="p0x8" fmla="*/ 4050 w 4200"/>
              <a:gd name="p0y8" fmla="*/ 2055 h 2055"/>
              <a:gd name="p0x9" fmla="*/ 150 w 4200"/>
              <a:gd name="p0y9" fmla="*/ 2055 h 2055"/>
              <a:gd name="p0x10" fmla="*/ 67 w 4200"/>
              <a:gd name="p0y10" fmla="*/ 2055 h 2055"/>
              <a:gd name="p0x11" fmla="*/ 0 w 4200"/>
              <a:gd name="p0y11" fmla="*/ 1987 h 2055"/>
              <a:gd name="p0x12" fmla="*/ 0 w 4200"/>
              <a:gd name="p0y12" fmla="*/ 1905 h 2055"/>
              <a:gd name="p0x13" fmla="*/ 0 w 4200"/>
              <a:gd name="p0y13" fmla="*/ 150 h 2055"/>
              <a:gd name="p0x14" fmla="*/ 0 w 4200"/>
              <a:gd name="p0y14" fmla="*/ 67 h 2055"/>
              <a:gd name="p0x15" fmla="*/ 67 w 4200"/>
              <a:gd name="p0y15" fmla="*/ 0 h 2055"/>
              <a:gd name="p0x16" fmla="*/ 150 w 4200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任意多边形 79"/>
          <p:cNvSpPr/>
          <p:nvPr>
            <p:custDataLst>
              <p:tags r:id="rId86"/>
            </p:custDataLst>
          </p:nvPr>
        </p:nvSpPr>
        <p:spPr>
          <a:xfrm>
            <a:off x="10040620" y="52863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10150475" y="5395595"/>
            <a:ext cx="200025" cy="200025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90"/>
            </p:custDataLst>
          </p:nvPr>
        </p:nvSpPr>
        <p:spPr>
          <a:xfrm>
            <a:off x="9821787" y="578167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关键收益</a:t>
            </a:r>
            <a:endParaRPr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91"/>
            </p:custDataLst>
          </p:nvPr>
        </p:nvSpPr>
        <p:spPr>
          <a:xfrm>
            <a:off x="9060682" y="6004579"/>
            <a:ext cx="2379612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接口响应更快，数据库压力更平滑</a:t>
            </a:r>
            <a:endParaRPr lang="zh-CN" altLang="en-US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92"/>
            </p:custDataLst>
          </p:nvPr>
        </p:nvSpPr>
        <p:spPr>
          <a:xfrm>
            <a:off x="5886450" y="28670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8A3A"/>
          </a:solidFill>
          <a:ln>
            <a:noFill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93"/>
            </p:custDataLst>
          </p:nvPr>
        </p:nvSpPr>
        <p:spPr>
          <a:xfrm>
            <a:off x="5961380" y="2950210"/>
            <a:ext cx="45974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500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 搜索改造的问题分析</a:t>
            </a:r>
            <a:endParaRPr sz="220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</a:rPr>
              <a:t>LIKE</a:t>
            </a:r>
            <a:r>
              <a:rPr sz="740">
                <a:solidFill>
                  <a:srgbClr val="263542"/>
                </a:solidFill>
                <a:latin typeface="Noto Sans CJK SC"/>
              </a:rPr>
              <a:t>
旧搜索</a:t>
            </a:r>
            <a:endParaRPr sz="74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6596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E65649"/>
                </a:solidFill>
                <a:latin typeface="Noto Sans CJK SC"/>
              </a:rPr>
              <a:t>正文检索</a:t>
            </a:r>
            <a:r>
              <a:rPr sz="740">
                <a:solidFill>
                  <a:srgbClr val="263542"/>
                </a:solidFill>
                <a:latin typeface="Noto Sans CJK SC"/>
              </a:rPr>
              <a:t>
关键痛点</a:t>
            </a:r>
            <a:endParaRPr sz="74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2900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2F7EC1"/>
                </a:solidFill>
                <a:latin typeface="Noto Sans CJK SC"/>
              </a:rPr>
              <a:t>最终一致</a:t>
            </a:r>
            <a:r>
              <a:rPr sz="740">
                <a:solidFill>
                  <a:srgbClr val="263542"/>
                </a:solidFill>
                <a:latin typeface="Noto Sans CJK SC"/>
              </a:rPr>
              <a:t>
同步目标</a:t>
            </a:r>
            <a:endParaRPr sz="74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9204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E65649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r>
              <a:rPr sz="74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sz="740">
                <a:solidFill>
                  <a:srgbClr val="263542"/>
                </a:solidFill>
                <a:latin typeface="Noto Sans CJK SC"/>
              </a:rPr>
              <a:t>运维化完成度</a:t>
            </a:r>
            <a:endParaRPr sz="74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</a:rPr>
              <a:t>P99 1.19s</a:t>
            </a:r>
            <a:r>
              <a:rPr sz="74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sz="740">
                <a:solidFill>
                  <a:srgbClr val="263542"/>
                </a:solidFill>
                <a:latin typeface="Noto Sans CJK SC"/>
              </a:rPr>
              <a:t>尾延迟</a:t>
            </a:r>
            <a:endParaRPr sz="74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868680"/>
            <a:ext cx="1325880" cy="51206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600" b="1">
                <a:solidFill>
                  <a:srgbClr val="81C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0%</a:t>
            </a:r>
            <a:r>
              <a:rPr sz="74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压测错误率</a:t>
            </a:r>
            <a:endParaRPr sz="74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627632"/>
          <a:ext cx="11155678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33"/>
                <a:gridCol w="5051628"/>
                <a:gridCol w="4525417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80" b="1" dirty="0" err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问题类型</a:t>
                      </a:r>
                      <a:endParaRPr sz="1080" b="1" dirty="0" err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dirty="0" err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具体表现</a:t>
                      </a:r>
                      <a:endParaRPr sz="1080" b="1" dirty="0" err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dirty="0" err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</a:t>
                      </a:r>
                      <a:endParaRPr sz="1080" b="1" dirty="0" err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搜索能力不足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原MySQL标题LIKE只能匹配标题，正文、标签、作者等内容无法充分参与检索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用户搜索召回率低，无法支撑全文搜索与相关性优化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索引一致性风险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文章主数据分散在MySQL/Mongo，ES文档需与创建、更新、审核、删除保持最终一致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若同步失败或索引过旧，会出现“库中有数据但搜索为空”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接口接入问题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公开搜索接口曾被权限拦截；@RequestParam未显式命名导致参数绑定异常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前端搜索链路不可用，用户无法稳定访问搜索功能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重建与运维不足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早期bulk重建未检查errors，存在“返回成功但实际写入失败”；缺少对账、别名切换</a:t>
                      </a:r>
                      <a:endParaRPr sz="108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索引修复与长期运维能力不够工程化</a:t>
                      </a:r>
                      <a:endParaRPr sz="1080" b="0" dirty="0" err="1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" y="5989320"/>
            <a:ext cx="10698480" cy="310896"/>
          </a:xfrm>
          <a:prstGeom prst="roundRect">
            <a:avLst/>
          </a:prstGeom>
          <a:solidFill>
            <a:srgbClr val="EB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300" b="1">
                <a:solidFill>
                  <a:srgbClr val="0E3454"/>
                </a:solidFill>
                <a:latin typeface="Noto Sans CJK SC"/>
              </a:rPr>
              <a:t>核心判断：</a:t>
            </a:r>
            <a:r>
              <a:rPr sz="130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</a:rPr>
              <a:t>ES</a:t>
            </a:r>
            <a:r>
              <a:rPr sz="1300" b="1">
                <a:solidFill>
                  <a:srgbClr val="0E3454"/>
                </a:solidFill>
                <a:latin typeface="Noto Sans CJK SC"/>
              </a:rPr>
              <a:t>搜索主链路已具备改造必要性，问题重点从“能否搜索”转向“一致性、可观测、可重建、可优化”。</a:t>
            </a:r>
            <a:endParaRPr sz="1300" b="1">
              <a:solidFill>
                <a:srgbClr val="0E3454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Noto Sans CJK SC"/>
              </a:rPr>
              <a:t>问题分析：进程内异步的可靠性不足</a:t>
            </a:r>
            <a:endParaRPr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@Async</a:t>
            </a:r>
            <a:r>
              <a:rPr sz="75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现有方案</a:t>
            </a:r>
            <a:endParaRPr sz="75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77439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E65649"/>
                </a:solidFill>
                <a:latin typeface="Noto Sans CJK SC"/>
              </a:rPr>
              <a:t>任务状态</a:t>
            </a:r>
            <a:r>
              <a:rPr sz="750">
                <a:solidFill>
                  <a:srgbClr val="263542"/>
                </a:solidFill>
                <a:latin typeface="Noto Sans CJK SC"/>
              </a:rPr>
              <a:t>
未持久化</a:t>
            </a:r>
            <a:endParaRPr sz="75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59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E65649"/>
                </a:solidFill>
                <a:latin typeface="Noto Sans CJK SC"/>
              </a:rPr>
              <a:t>跨实例</a:t>
            </a:r>
            <a:r>
              <a:rPr sz="750">
                <a:solidFill>
                  <a:srgbClr val="263542"/>
                </a:solidFill>
                <a:latin typeface="Noto Sans CJK SC"/>
              </a:rPr>
              <a:t>
不可共享</a:t>
            </a:r>
            <a:endParaRPr sz="75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79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E65649"/>
                </a:solidFill>
                <a:latin typeface="Noto Sans CJK SC"/>
              </a:rPr>
              <a:t>重试补偿</a:t>
            </a:r>
            <a:r>
              <a:rPr sz="750">
                <a:solidFill>
                  <a:srgbClr val="263542"/>
                </a:solidFill>
                <a:latin typeface="Noto Sans CJK SC"/>
              </a:rPr>
              <a:t>
能力弱</a:t>
            </a:r>
            <a:endParaRPr sz="75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01000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2F7EC1"/>
                </a:solidFill>
                <a:latin typeface="Noto Sans CJK SC"/>
              </a:rPr>
              <a:t>最终一致</a:t>
            </a:r>
            <a:r>
              <a:rPr sz="750">
                <a:solidFill>
                  <a:srgbClr val="263542"/>
                </a:solidFill>
                <a:latin typeface="Noto Sans CJK SC"/>
              </a:rPr>
              <a:t>
目标体系</a:t>
            </a:r>
            <a:endParaRPr sz="75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875520" y="877824"/>
            <a:ext cx="1481328" cy="530352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550" b="1">
                <a:solidFill>
                  <a:srgbClr val="81C735"/>
                </a:solidFill>
                <a:latin typeface="Noto Sans CJK SC"/>
              </a:rPr>
              <a:t>对账闭环</a:t>
            </a:r>
            <a:r>
              <a:rPr sz="750">
                <a:solidFill>
                  <a:srgbClr val="263542"/>
                </a:solidFill>
                <a:latin typeface="Noto Sans CJK SC"/>
              </a:rPr>
              <a:t>
需完善</a:t>
            </a:r>
            <a:endParaRPr sz="750">
              <a:solidFill>
                <a:srgbClr val="263542"/>
              </a:solidFill>
              <a:latin typeface="Noto Sans CJK SC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691640"/>
          <a:ext cx="1115567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441"/>
                <a:gridCol w="4850295"/>
                <a:gridCol w="4526942"/>
              </a:tblGrid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问题类型</a:t>
                      </a:r>
                      <a:endParaRPr sz="103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当前表现</a:t>
                      </a:r>
                      <a:endParaRPr sz="103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</a:t>
                      </a:r>
                      <a:endParaRPr sz="103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进程内异步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ES同步依赖Spring @Async与本地线程池，任务随应用实例运行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服务异常退出时可能丢任务，不能保证可靠投递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任务不可共享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任务没有统一持久化状态，多个应用实例之间无法协同消费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分布式部署下缺少统一调度与横向扩展能力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失败处理薄弱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主要依赖简单重试，缺少失败终态、人工处理队列和补偿任务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同步失败后难以及时发现和恢复，ES可能长期不一致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缺少对账闭环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未形成DB/ES抽样校验或全量校验机制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无法长期自动发现“数据库有、ES无/旧”的索引偏差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搜索同步耦合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业务写入链路与ES同步逻辑仍在同一应用内耦合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写峰、重建、同步失败会影响系统稳定性与可观测性</a:t>
                      </a:r>
                      <a:endParaRPr sz="103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5907024"/>
            <a:ext cx="10744200" cy="384048"/>
          </a:xfrm>
          <a:prstGeom prst="round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核心改造方向：将“业务变更事实”持久化为任务，再由独立Worker异步消费，形成可重试、可补偿、可对账的最终一致同步链路。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Noto Sans CJK SC"/>
              </a:rPr>
              <a:t>核心矛盾与分布式风险定位</a:t>
            </a:r>
            <a:endParaRPr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868680"/>
            <a:ext cx="3246120" cy="105156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94944" y="978408"/>
            <a:ext cx="102412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2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 01</a:t>
            </a:r>
            <a:endParaRPr sz="92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694944" y="1234440"/>
            <a:ext cx="2286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550" b="1">
                <a:solidFill>
                  <a:srgbClr val="0E3454"/>
                </a:solidFill>
                <a:latin typeface="Noto Sans CJK SC"/>
              </a:rPr>
              <a:t>事务原子性</a:t>
            </a:r>
            <a:endParaRPr sz="155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94944" y="1572768"/>
            <a:ext cx="2834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30" b="0">
                <a:solidFill>
                  <a:srgbClr val="263542"/>
                </a:solidFill>
                <a:latin typeface="Noto Sans CJK SC"/>
              </a:rPr>
              <a:t>业务数据变更与同步任务产生必须在同一事务提交</a:t>
            </a:r>
            <a:endParaRPr sz="930" b="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251959" y="868680"/>
            <a:ext cx="3246120" cy="105156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398264" y="978408"/>
            <a:ext cx="102412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2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 02</a:t>
            </a:r>
            <a:endParaRPr sz="92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398264" y="1234440"/>
            <a:ext cx="2286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550" b="1">
                <a:solidFill>
                  <a:srgbClr val="0E3454"/>
                </a:solidFill>
                <a:latin typeface="Noto Sans CJK SC"/>
              </a:rPr>
              <a:t>异步可靠性</a:t>
            </a:r>
            <a:endParaRPr sz="155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398264" y="1572768"/>
            <a:ext cx="2834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3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任务必须可持久化、可重试、可被多Worker协同处理</a:t>
            </a:r>
            <a:endParaRPr sz="93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7955279" y="868680"/>
            <a:ext cx="3246120" cy="105156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8101583" y="978408"/>
            <a:ext cx="102412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2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 03</a:t>
            </a:r>
            <a:endParaRPr sz="92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1"/>
            </p:custDataLst>
          </p:nvPr>
        </p:nvSpPr>
        <p:spPr>
          <a:xfrm>
            <a:off x="8101583" y="1234440"/>
            <a:ext cx="2286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550" b="1">
                <a:solidFill>
                  <a:srgbClr val="0E3454"/>
                </a:solidFill>
                <a:latin typeface="Noto Sans CJK SC"/>
              </a:rPr>
              <a:t>最终一致性</a:t>
            </a:r>
            <a:endParaRPr sz="155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17" name="Rectangle 16"/>
          <p:cNvSpPr/>
          <p:nvPr>
            <p:custDataLst>
              <p:tags r:id="rId12"/>
            </p:custDataLst>
          </p:nvPr>
        </p:nvSpPr>
        <p:spPr>
          <a:xfrm>
            <a:off x="8101583" y="1572768"/>
            <a:ext cx="2834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93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允许短时Replication Lag，但需对账与补偿保证收敛</a:t>
            </a:r>
            <a:endParaRPr sz="93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240280"/>
          <a:ext cx="726947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513"/>
                <a:gridCol w="2666909"/>
                <a:gridCol w="3097056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955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风险点</a:t>
                      </a:r>
                      <a:endParaRPr sz="955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5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关键原因</a:t>
                      </a:r>
                      <a:endParaRPr sz="955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5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设计应对</a:t>
                      </a:r>
                      <a:endParaRPr sz="955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服务重启丢任务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任务只存在内存队列或线程池中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引入article_search_sync_task持久化表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多实例竞争/重复消费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多个Worker同时拉取待处理任务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任务状态机 + 幂等消费 + 乐观锁/行锁抢占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主从复制延迟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Worker从Replica拉取与回源查询存在Lag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定义最终一致；监控Seconds_Behind_Master；必要时回退主库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同步失败不可见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失败信息未沉淀，缺少告警与重试阈值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记录retry_count、last_error，超过阈值进入失败终态/人工队列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长期索引漂移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ES与MySQL/Mongo可能出现数据偏差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5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定时对账：抽样校验/全量校验+补偿重投任务</a:t>
                      </a:r>
                      <a:endParaRPr sz="955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092440" y="2240280"/>
            <a:ext cx="3429000" cy="33832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234086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职责边界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57031" y="2679192"/>
            <a:ext cx="3108960" cy="10096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主库：只负责在线写入与可靠产生日志事实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从库：承接后台查询、任务拉取与对账读负载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Worker：统一消费任务并落 ES 索引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ES：最终一致的搜索视图，不参与主事务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监控：复制延迟、失败任务、重试次数、对账差异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870448"/>
            <a:ext cx="10652760" cy="384048"/>
          </a:xfrm>
          <a:prstGeom prst="roundRect">
            <a:avLst/>
          </a:prstGeom>
          <a:solidFill>
            <a:srgbClr val="EB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32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总体定位：这不是强一致写ES，而是面向搜索场景的可靠异步最终一致架构。</a:t>
            </a:r>
            <a:endParaRPr sz="132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3" name="组合 62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整体安全与可靠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317500" y="1102995"/>
            <a:ext cx="11039475" cy="5327650"/>
          </a:xfrm>
          <a:custGeom>
            <a:avLst/>
            <a:gdLst>
              <a:gd name="sw" fmla="*/ 1 w 17385"/>
              <a:gd name="sh" fmla="*/ 1 h 7065"/>
              <a:gd name="mins" fmla="min sw sh"/>
              <a:gd name="dsw" fmla="+- 0 sw mins"/>
              <a:gd name="dsh" fmla="+- 0 sh mins"/>
              <a:gd name="p0x0" fmla="*/ 150 w 17385"/>
              <a:gd name="p0y0" fmla="*/ 0 h 7065"/>
              <a:gd name="p0x1" fmla="*/ 17235 w 17385"/>
              <a:gd name="p0y1" fmla="*/ 0 h 7065"/>
              <a:gd name="p0x2" fmla="*/ 17317 w 17385"/>
              <a:gd name="p0y2" fmla="*/ 0 h 7065"/>
              <a:gd name="p0x3" fmla="*/ 17385 w 17385"/>
              <a:gd name="p0y3" fmla="*/ 67 h 7065"/>
              <a:gd name="p0x4" fmla="*/ 17385 w 17385"/>
              <a:gd name="p0y4" fmla="*/ 150 h 7065"/>
              <a:gd name="p0x5" fmla="*/ 17385 w 17385"/>
              <a:gd name="p0y5" fmla="*/ 6915 h 7065"/>
              <a:gd name="p0x6" fmla="*/ 17385 w 17385"/>
              <a:gd name="p0y6" fmla="*/ 6997 h 7065"/>
              <a:gd name="p0x7" fmla="*/ 17317 w 17385"/>
              <a:gd name="p0y7" fmla="*/ 7065 h 7065"/>
              <a:gd name="p0x8" fmla="*/ 17235 w 17385"/>
              <a:gd name="p0y8" fmla="*/ 7065 h 7065"/>
              <a:gd name="p0x9" fmla="*/ 150 w 17385"/>
              <a:gd name="p0y9" fmla="*/ 7065 h 7065"/>
              <a:gd name="p0x10" fmla="*/ 67 w 17385"/>
              <a:gd name="p0y10" fmla="*/ 7065 h 7065"/>
              <a:gd name="p0x11" fmla="*/ 0 w 17385"/>
              <a:gd name="p0y11" fmla="*/ 6997 h 7065"/>
              <a:gd name="p0x12" fmla="*/ 0 w 17385"/>
              <a:gd name="p0y12" fmla="*/ 6915 h 7065"/>
              <a:gd name="p0x13" fmla="*/ 0 w 17385"/>
              <a:gd name="p0y13" fmla="*/ 150 h 7065"/>
              <a:gd name="p0x14" fmla="*/ 0 w 17385"/>
              <a:gd name="p0y14" fmla="*/ 67 h 7065"/>
              <a:gd name="p0x15" fmla="*/ 67 w 17385"/>
              <a:gd name="p0y15" fmla="*/ 0 h 7065"/>
              <a:gd name="p0x16" fmla="*/ 150 w 17385"/>
              <a:gd name="p0y16" fmla="*/ 0 h 7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880110" y="1743710"/>
            <a:ext cx="235743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挑战类型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战类型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3674428" y="1743075"/>
            <a:ext cx="76819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具体表现</a:t>
            </a:r>
            <a:endParaRPr lang="zh-CN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80110" y="2286635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唯一性难以保障</a:t>
            </a:r>
            <a:endParaRPr lang="zh-CN" altLang="en-US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3542348" y="2256660"/>
            <a:ext cx="617535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原项目采用数据库自增索引，</a:t>
            </a:r>
            <a:r>
              <a:rPr lang="en-US" alt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UUID</a:t>
            </a: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无序，分库分表困难</a:t>
            </a:r>
            <a:endParaRPr lang="zh-CN" altLang="en-US" b="1" spc="-14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880110" y="3241040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索引定位与存储</a:t>
            </a:r>
            <a:endParaRPr lang="zh-CN" altLang="en-US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3542348" y="3211065"/>
            <a:ext cx="617535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自增</a:t>
            </a:r>
            <a:r>
              <a:rPr lang="en-US" alt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存储消耗大，同时无法通过</a:t>
            </a:r>
            <a:r>
              <a:rPr lang="en-US" alt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定位来源</a:t>
            </a:r>
            <a:endParaRPr lang="zh-CN" altLang="en-US" b="1" spc="-14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880110" y="4088130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调用安全性缺失</a:t>
            </a:r>
            <a:endParaRPr lang="zh-CN" altLang="en-US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3542348" y="4058155"/>
            <a:ext cx="617535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alt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APIKey</a:t>
            </a: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保护，无法应对脚本攻击，任何人都可调用等</a:t>
            </a:r>
            <a:endParaRPr lang="zh-CN" altLang="en-US" b="1" spc="-14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880110" y="4935220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无熔断机制</a:t>
            </a:r>
            <a:endParaRPr lang="zh-CN" altLang="en-US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3542348" y="4905245"/>
            <a:ext cx="617535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zh-CN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b="1" spc="-14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博客无熔断机制，雪崩效应导致级联故障</a:t>
            </a:r>
            <a:endParaRPr lang="zh-CN" altLang="en-US" b="1" spc="-14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技术方案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总体思路与静态</a:t>
            </a:r>
            <a:r>
              <a:rPr lang="en-US" altLang="zh-CN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预生成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4"/>
            </p:custDataLst>
          </p:nvPr>
        </p:nvSpPr>
        <p:spPr>
          <a:xfrm>
            <a:off x="5689600" y="1104900"/>
            <a:ext cx="5930900" cy="723900"/>
          </a:xfrm>
          <a:custGeom>
            <a:avLst/>
            <a:gdLst>
              <a:gd name="sw" fmla="*/ 1 w 9339"/>
              <a:gd name="sh" fmla="*/ 1 h 1140"/>
              <a:gd name="mins" fmla="min sw sh"/>
              <a:gd name="dsw" fmla="+- 0 sw mins"/>
              <a:gd name="dsh" fmla="+- 0 sh mins"/>
              <a:gd name="p0x0" fmla="*/ 150 w 9339"/>
              <a:gd name="p0y0" fmla="*/ 0 h 1140"/>
              <a:gd name="p0x1" fmla="*/ 9189 w 9339"/>
              <a:gd name="p0y1" fmla="*/ 0 h 1140"/>
              <a:gd name="p0x2" fmla="*/ 9271 w 9339"/>
              <a:gd name="p0y2" fmla="*/ 0 h 1140"/>
              <a:gd name="p0x3" fmla="*/ 9339 w 9339"/>
              <a:gd name="p0y3" fmla="*/ 67 h 1140"/>
              <a:gd name="p0x4" fmla="*/ 9339 w 9339"/>
              <a:gd name="p0y4" fmla="*/ 150 h 1140"/>
              <a:gd name="p0x5" fmla="*/ 9339 w 9339"/>
              <a:gd name="p0y5" fmla="*/ 990 h 1140"/>
              <a:gd name="p0x6" fmla="*/ 9339 w 9339"/>
              <a:gd name="p0y6" fmla="*/ 1072 h 1140"/>
              <a:gd name="p0x7" fmla="*/ 9271 w 9339"/>
              <a:gd name="p0y7" fmla="*/ 1140 h 1140"/>
              <a:gd name="p0x8" fmla="*/ 9189 w 9339"/>
              <a:gd name="p0y8" fmla="*/ 1140 h 1140"/>
              <a:gd name="p0x9" fmla="*/ 150 w 9339"/>
              <a:gd name="p0y9" fmla="*/ 1140 h 1140"/>
              <a:gd name="p0x10" fmla="*/ 67 w 9339"/>
              <a:gd name="p0y10" fmla="*/ 1140 h 1140"/>
              <a:gd name="p0x11" fmla="*/ 0 w 9339"/>
              <a:gd name="p0y11" fmla="*/ 1072 h 1140"/>
              <a:gd name="p0x12" fmla="*/ 0 w 9339"/>
              <a:gd name="p0y12" fmla="*/ 990 h 1140"/>
              <a:gd name="p0x13" fmla="*/ 0 w 9339"/>
              <a:gd name="p0y13" fmla="*/ 150 h 1140"/>
              <a:gd name="p0x14" fmla="*/ 0 w 9339"/>
              <a:gd name="p0y14" fmla="*/ 67 h 1140"/>
              <a:gd name="p0x15" fmla="*/ 67 w 9339"/>
              <a:gd name="p0y15" fmla="*/ 0 h 1140"/>
              <a:gd name="p0x16" fmla="*/ 150 w 9339"/>
              <a:gd name="p0y16" fmla="*/ 0 h 11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5"/>
            </p:custDataLst>
          </p:nvPr>
        </p:nvSpPr>
        <p:spPr>
          <a:xfrm>
            <a:off x="5880100" y="12573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8333" t="-2500" r="-8333" b="-2500"/>
          <a:stretch>
            <a:fillRect/>
          </a:stretch>
        </p:blipFill>
        <p:spPr>
          <a:xfrm>
            <a:off x="5989955" y="1366520"/>
            <a:ext cx="200025" cy="20002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6414116" y="1316831"/>
            <a:ext cx="326424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ArticleStaticHtmlPublisher</a:t>
            </a:r>
            <a:endParaRPr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0"/>
            </p:custDataLst>
          </p:nvPr>
        </p:nvSpPr>
        <p:spPr>
          <a:xfrm>
            <a:off x="575945" y="11093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50 w 7625"/>
              <a:gd name="p0y0" fmla="*/ 0 h 2604"/>
              <a:gd name="p0x1" fmla="*/ 7475 w 7625"/>
              <a:gd name="p0y1" fmla="*/ 0 h 2604"/>
              <a:gd name="p0x2" fmla="*/ 7558 w 7625"/>
              <a:gd name="p0y2" fmla="*/ 0 h 2604"/>
              <a:gd name="p0x3" fmla="*/ 7625 w 7625"/>
              <a:gd name="p0y3" fmla="*/ 67 h 2604"/>
              <a:gd name="p0x4" fmla="*/ 7625 w 7625"/>
              <a:gd name="p0y4" fmla="*/ 150 h 2604"/>
              <a:gd name="p0x5" fmla="*/ 7625 w 7625"/>
              <a:gd name="p0y5" fmla="*/ 2454 h 2604"/>
              <a:gd name="p0x6" fmla="*/ 7625 w 7625"/>
              <a:gd name="p0y6" fmla="*/ 2537 h 2604"/>
              <a:gd name="p0x7" fmla="*/ 7558 w 7625"/>
              <a:gd name="p0y7" fmla="*/ 2604 h 2604"/>
              <a:gd name="p0x8" fmla="*/ 7475 w 7625"/>
              <a:gd name="p0y8" fmla="*/ 2604 h 2604"/>
              <a:gd name="p0x9" fmla="*/ 150 w 7625"/>
              <a:gd name="p0y9" fmla="*/ 2604 h 2604"/>
              <a:gd name="p0x10" fmla="*/ 67 w 7625"/>
              <a:gd name="p0y10" fmla="*/ 2604 h 2604"/>
              <a:gd name="p0x11" fmla="*/ 0 w 7625"/>
              <a:gd name="p0y11" fmla="*/ 2537 h 2604"/>
              <a:gd name="p0x12" fmla="*/ 0 w 7625"/>
              <a:gd name="p0y12" fmla="*/ 2454 h 2604"/>
              <a:gd name="p0x13" fmla="*/ 0 w 7625"/>
              <a:gd name="p0y13" fmla="*/ 150 h 2604"/>
              <a:gd name="p0x14" fmla="*/ 0 w 7625"/>
              <a:gd name="p0y14" fmla="*/ 67 h 2604"/>
              <a:gd name="p0x15" fmla="*/ 67 w 7625"/>
              <a:gd name="p0y15" fmla="*/ 0 h 2604"/>
              <a:gd name="p0x16" fmla="*/ 15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1"/>
            </p:custDataLst>
          </p:nvPr>
        </p:nvSpPr>
        <p:spPr>
          <a:xfrm>
            <a:off x="771525" y="13265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828970" y="1400442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4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381125" y="1424730"/>
            <a:ext cx="914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预计算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1190625" y="1922412"/>
            <a:ext cx="40328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文章发布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更新时生成完整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页面，读时仅取文件，避免重复拼页与查库</a:t>
            </a:r>
            <a:endParaRPr lang="zh-CN" altLang="en-US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575945" y="29635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50 w 7625"/>
              <a:gd name="p0y0" fmla="*/ 0 h 2604"/>
              <a:gd name="p0x1" fmla="*/ 7475 w 7625"/>
              <a:gd name="p0y1" fmla="*/ 0 h 2604"/>
              <a:gd name="p0x2" fmla="*/ 7558 w 7625"/>
              <a:gd name="p0y2" fmla="*/ 0 h 2604"/>
              <a:gd name="p0x3" fmla="*/ 7625 w 7625"/>
              <a:gd name="p0y3" fmla="*/ 67 h 2604"/>
              <a:gd name="p0x4" fmla="*/ 7625 w 7625"/>
              <a:gd name="p0y4" fmla="*/ 150 h 2604"/>
              <a:gd name="p0x5" fmla="*/ 7625 w 7625"/>
              <a:gd name="p0y5" fmla="*/ 2454 h 2604"/>
              <a:gd name="p0x6" fmla="*/ 7625 w 7625"/>
              <a:gd name="p0y6" fmla="*/ 2537 h 2604"/>
              <a:gd name="p0x7" fmla="*/ 7558 w 7625"/>
              <a:gd name="p0y7" fmla="*/ 2604 h 2604"/>
              <a:gd name="p0x8" fmla="*/ 7475 w 7625"/>
              <a:gd name="p0y8" fmla="*/ 2604 h 2604"/>
              <a:gd name="p0x9" fmla="*/ 150 w 7625"/>
              <a:gd name="p0y9" fmla="*/ 2604 h 2604"/>
              <a:gd name="p0x10" fmla="*/ 67 w 7625"/>
              <a:gd name="p0y10" fmla="*/ 2604 h 2604"/>
              <a:gd name="p0x11" fmla="*/ 0 w 7625"/>
              <a:gd name="p0y11" fmla="*/ 2537 h 2604"/>
              <a:gd name="p0x12" fmla="*/ 0 w 7625"/>
              <a:gd name="p0y12" fmla="*/ 2454 h 2604"/>
              <a:gd name="p0x13" fmla="*/ 0 w 7625"/>
              <a:gd name="p0y13" fmla="*/ 150 h 2604"/>
              <a:gd name="p0x14" fmla="*/ 0 w 7625"/>
              <a:gd name="p0y14" fmla="*/ 67 h 2604"/>
              <a:gd name="p0x15" fmla="*/ 67 w 7625"/>
              <a:gd name="p0y15" fmla="*/ 0 h 2604"/>
              <a:gd name="p0x16" fmla="*/ 15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771525" y="31807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828970" y="3254616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4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1381125" y="3278905"/>
            <a:ext cx="13716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接入层直出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1190625" y="3776586"/>
            <a:ext cx="40328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承担高并发读，请求不进入后端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article-service</a:t>
            </a:r>
            <a:endParaRPr lang="en-US" altLang="zh-CN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0"/>
            </p:custDataLst>
          </p:nvPr>
        </p:nvSpPr>
        <p:spPr>
          <a:xfrm>
            <a:off x="575945" y="48177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50 w 7625"/>
              <a:gd name="p0y0" fmla="*/ 0 h 2604"/>
              <a:gd name="p0x1" fmla="*/ 7475 w 7625"/>
              <a:gd name="p0y1" fmla="*/ 0 h 2604"/>
              <a:gd name="p0x2" fmla="*/ 7558 w 7625"/>
              <a:gd name="p0y2" fmla="*/ 0 h 2604"/>
              <a:gd name="p0x3" fmla="*/ 7625 w 7625"/>
              <a:gd name="p0y3" fmla="*/ 67 h 2604"/>
              <a:gd name="p0x4" fmla="*/ 7625 w 7625"/>
              <a:gd name="p0y4" fmla="*/ 150 h 2604"/>
              <a:gd name="p0x5" fmla="*/ 7625 w 7625"/>
              <a:gd name="p0y5" fmla="*/ 2454 h 2604"/>
              <a:gd name="p0x6" fmla="*/ 7625 w 7625"/>
              <a:gd name="p0y6" fmla="*/ 2537 h 2604"/>
              <a:gd name="p0x7" fmla="*/ 7558 w 7625"/>
              <a:gd name="p0y7" fmla="*/ 2604 h 2604"/>
              <a:gd name="p0x8" fmla="*/ 7475 w 7625"/>
              <a:gd name="p0y8" fmla="*/ 2604 h 2604"/>
              <a:gd name="p0x9" fmla="*/ 150 w 7625"/>
              <a:gd name="p0y9" fmla="*/ 2604 h 2604"/>
              <a:gd name="p0x10" fmla="*/ 67 w 7625"/>
              <a:gd name="p0y10" fmla="*/ 2604 h 2604"/>
              <a:gd name="p0x11" fmla="*/ 0 w 7625"/>
              <a:gd name="p0y11" fmla="*/ 2537 h 2604"/>
              <a:gd name="p0x12" fmla="*/ 0 w 7625"/>
              <a:gd name="p0y12" fmla="*/ 2454 h 2604"/>
              <a:gd name="p0x13" fmla="*/ 0 w 7625"/>
              <a:gd name="p0y13" fmla="*/ 150 h 2604"/>
              <a:gd name="p0x14" fmla="*/ 0 w 7625"/>
              <a:gd name="p0y14" fmla="*/ 67 h 2604"/>
              <a:gd name="p0x15" fmla="*/ 67 w 7625"/>
              <a:gd name="p0y15" fmla="*/ 0 h 2604"/>
              <a:gd name="p0x16" fmla="*/ 15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1"/>
            </p:custDataLst>
          </p:nvPr>
        </p:nvSpPr>
        <p:spPr>
          <a:xfrm>
            <a:off x="771525" y="50349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828970" y="5108791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4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1381125" y="5133080"/>
            <a:ext cx="2057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动态路径辅助优化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1190625" y="5630761"/>
            <a:ext cx="40328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对仍走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getById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的请求，用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缓存正文与公共统计，作为过渡与对比基线</a:t>
            </a:r>
            <a:endParaRPr lang="zh-CN" altLang="en-US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5694680" y="2023745"/>
            <a:ext cx="5920740" cy="3448050"/>
          </a:xfrm>
          <a:custGeom>
            <a:avLst/>
            <a:gdLst>
              <a:gd name="sw" fmla="*/ 1 w 9324"/>
              <a:gd name="sh" fmla="*/ 1 h 5430"/>
              <a:gd name="mins" fmla="min sw sh"/>
              <a:gd name="dsw" fmla="+- 0 sw mins"/>
              <a:gd name="dsh" fmla="+- 0 sh mins"/>
              <a:gd name="p0x0" fmla="*/ 150 w 9324"/>
              <a:gd name="p0y0" fmla="*/ 0 h 5430"/>
              <a:gd name="p0x1" fmla="*/ 9174 w 9324"/>
              <a:gd name="p0y1" fmla="*/ 0 h 5430"/>
              <a:gd name="p0x2" fmla="*/ 9256 w 9324"/>
              <a:gd name="p0y2" fmla="*/ 0 h 5430"/>
              <a:gd name="p0x3" fmla="*/ 9324 w 9324"/>
              <a:gd name="p0y3" fmla="*/ 67 h 5430"/>
              <a:gd name="p0x4" fmla="*/ 9324 w 9324"/>
              <a:gd name="p0y4" fmla="*/ 150 h 5430"/>
              <a:gd name="p0x5" fmla="*/ 9324 w 9324"/>
              <a:gd name="p0y5" fmla="*/ 5280 h 5430"/>
              <a:gd name="p0x6" fmla="*/ 9324 w 9324"/>
              <a:gd name="p0y6" fmla="*/ 5362 h 5430"/>
              <a:gd name="p0x7" fmla="*/ 9256 w 9324"/>
              <a:gd name="p0y7" fmla="*/ 5430 h 5430"/>
              <a:gd name="p0x8" fmla="*/ 9174 w 9324"/>
              <a:gd name="p0y8" fmla="*/ 5430 h 5430"/>
              <a:gd name="p0x9" fmla="*/ 150 w 9324"/>
              <a:gd name="p0y9" fmla="*/ 5430 h 5430"/>
              <a:gd name="p0x10" fmla="*/ 67 w 9324"/>
              <a:gd name="p0y10" fmla="*/ 5430 h 5430"/>
              <a:gd name="p0x11" fmla="*/ 0 w 9324"/>
              <a:gd name="p0y11" fmla="*/ 5362 h 5430"/>
              <a:gd name="p0x12" fmla="*/ 0 w 9324"/>
              <a:gd name="p0y12" fmla="*/ 5280 h 5430"/>
              <a:gd name="p0x13" fmla="*/ 0 w 9324"/>
              <a:gd name="p0y13" fmla="*/ 150 h 5430"/>
              <a:gd name="p0x14" fmla="*/ 0 w 9324"/>
              <a:gd name="p0y14" fmla="*/ 67 h 5430"/>
              <a:gd name="p0x15" fmla="*/ 67 w 9324"/>
              <a:gd name="p0y15" fmla="*/ 0 h 5430"/>
              <a:gd name="p0x16" fmla="*/ 150 w 9324"/>
              <a:gd name="p0y16" fmla="*/ 0 h 5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5880100" y="2955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314" r="-4314"/>
          <a:stretch>
            <a:fillRect/>
          </a:stretch>
        </p:blipFill>
        <p:spPr>
          <a:xfrm>
            <a:off x="6014085" y="3064510"/>
            <a:ext cx="175895" cy="20002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6414116" y="2940656"/>
            <a:ext cx="499683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触发时机：</a:t>
            </a:r>
            <a:r>
              <a:rPr 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文章</a:t>
            </a:r>
            <a:r>
              <a:rPr 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发布、内容更新、状态变更时调用</a:t>
            </a:r>
            <a:endParaRPr lang="en-US" altLang="zh-CN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5880100" y="37915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4314" t="-2500" r="-4314" b="-2500"/>
          <a:stretch>
            <a:fillRect/>
          </a:stretch>
        </p:blipFill>
        <p:spPr>
          <a:xfrm>
            <a:off x="6014085" y="3895725"/>
            <a:ext cx="175895" cy="20002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6414116" y="3741998"/>
            <a:ext cx="499683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MongoDB</a:t>
            </a:r>
            <a:r>
              <a:rPr lang="zh-CN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读取：</a:t>
            </a:r>
            <a:r>
              <a:rPr 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ArticleMarkdownInfo.articleHtml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，与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标题拼成最小可用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lang="zh-CN" altLang="en-US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6"/>
            </p:custDataLst>
          </p:nvPr>
        </p:nvSpPr>
        <p:spPr>
          <a:xfrm>
            <a:off x="5880100" y="45002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33" t="-2500" r="-3333" b="-2500"/>
          <a:stretch>
            <a:fillRect/>
          </a:stretch>
        </p:blipFill>
        <p:spPr>
          <a:xfrm>
            <a:off x="6011545" y="4607560"/>
            <a:ext cx="178435" cy="20002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0"/>
            </p:custDataLst>
          </p:nvPr>
        </p:nvSpPr>
        <p:spPr>
          <a:xfrm>
            <a:off x="6414116" y="4557309"/>
            <a:ext cx="499683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文件写入：</a:t>
            </a:r>
            <a:r>
              <a:rPr 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  <a:r>
              <a:rPr lang="en-US" altLang="zh-CN"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article-static-html</a:t>
            </a:r>
            <a:endParaRPr lang="en-US" altLang="zh-CN"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0" name="组合 79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静态资源直出与</a:t>
            </a:r>
            <a:r>
              <a:rPr lang="en-US" altLang="zh-CN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150 w 4970"/>
              <a:gd name="p0y0" fmla="*/ 0 h 8445"/>
              <a:gd name="p0x1" fmla="*/ 4820 w 4970"/>
              <a:gd name="p0y1" fmla="*/ 0 h 8445"/>
              <a:gd name="p0x2" fmla="*/ 4903 w 4970"/>
              <a:gd name="p0y2" fmla="*/ 0 h 8445"/>
              <a:gd name="p0x3" fmla="*/ 4970 w 4970"/>
              <a:gd name="p0y3" fmla="*/ 67 h 8445"/>
              <a:gd name="p0x4" fmla="*/ 4970 w 4970"/>
              <a:gd name="p0y4" fmla="*/ 150 h 8445"/>
              <a:gd name="p0x5" fmla="*/ 4970 w 4970"/>
              <a:gd name="p0y5" fmla="*/ 8295 h 8445"/>
              <a:gd name="p0x6" fmla="*/ 4970 w 4970"/>
              <a:gd name="p0y6" fmla="*/ 8377 h 8445"/>
              <a:gd name="p0x7" fmla="*/ 4903 w 4970"/>
              <a:gd name="p0y7" fmla="*/ 8445 h 8445"/>
              <a:gd name="p0x8" fmla="*/ 4820 w 4970"/>
              <a:gd name="p0y8" fmla="*/ 8445 h 8445"/>
              <a:gd name="p0x9" fmla="*/ 150 w 4970"/>
              <a:gd name="p0y9" fmla="*/ 8445 h 8445"/>
              <a:gd name="p0x10" fmla="*/ 67 w 4970"/>
              <a:gd name="p0y10" fmla="*/ 8445 h 8445"/>
              <a:gd name="p0x11" fmla="*/ 0 w 4970"/>
              <a:gd name="p0y11" fmla="*/ 8377 h 8445"/>
              <a:gd name="p0x12" fmla="*/ 0 w 4970"/>
              <a:gd name="p0y12" fmla="*/ 8295 h 8445"/>
              <a:gd name="p0x13" fmla="*/ 0 w 4970"/>
              <a:gd name="p0y13" fmla="*/ 150 h 8445"/>
              <a:gd name="p0x14" fmla="*/ 0 w 4970"/>
              <a:gd name="p0y14" fmla="*/ 67 h 8445"/>
              <a:gd name="p0x15" fmla="*/ 67 w 4970"/>
              <a:gd name="p0y15" fmla="*/ 0 h 8445"/>
              <a:gd name="p0x16" fmla="*/ 15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771525" y="1304925"/>
            <a:ext cx="2764790" cy="466090"/>
            <a:chOff x="1215" y="2055"/>
            <a:chExt cx="4354" cy="734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215" y="2055"/>
              <a:ext cx="4355" cy="735"/>
            </a:xfrm>
            <a:custGeom>
              <a:avLst/>
              <a:gdLst>
                <a:gd name="sw" fmla="*/ 1 w 4355"/>
                <a:gd name="sh" fmla="*/ 1 h 735"/>
                <a:gd name="mins" fmla="min sw sh"/>
                <a:gd name="dsw" fmla="+- 0 sw mins"/>
                <a:gd name="dsh" fmla="+- 0 sh mins"/>
                <a:gd name="p0x0" fmla="*/ 0 w 4355"/>
                <a:gd name="p0y0" fmla="*/ 0 h 735"/>
                <a:gd name="p0x1" fmla="*/ 4355 w 4355"/>
                <a:gd name="p0y1" fmla="*/ 0 h 735"/>
                <a:gd name="p0x2" fmla="*/ 4355 w 4355"/>
                <a:gd name="p0y2" fmla="*/ 735 h 735"/>
                <a:gd name="p0x3" fmla="*/ 0 w 4355"/>
                <a:gd name="p0y3" fmla="*/ 735 h 735"/>
                <a:gd name="p0x4" fmla="*/ 0 w 4355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215" y="2775"/>
              <a:ext cx="4355" cy="15"/>
            </a:xfrm>
            <a:custGeom>
              <a:avLst/>
              <a:gdLst>
                <a:gd name="sw" fmla="*/ 1 w 4355"/>
                <a:gd name="sh" fmla="*/ 1 h 15"/>
                <a:gd name="mins" fmla="min sw sh"/>
                <a:gd name="dsw" fmla="+- 0 sw mins"/>
                <a:gd name="dsh" fmla="+- 0 sh mins"/>
                <a:gd name="p0x0" fmla="*/ 4355 w 4355"/>
                <a:gd name="p0y0" fmla="*/ 15 h 15"/>
                <a:gd name="p0x1" fmla="*/ 0 w 4355"/>
                <a:gd name="p0y1" fmla="*/ 15 h 15"/>
                <a:gd name="p0x2" fmla="*/ 0 w 4355"/>
                <a:gd name="p0y2" fmla="*/ 0 h 15"/>
                <a:gd name="p0x3" fmla="*/ 4355 w 4355"/>
                <a:gd name="p0y3" fmla="*/ 0 h 15"/>
                <a:gd name="p0x4" fmla="*/ 4355 w 435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2EB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849630" y="1366520"/>
            <a:ext cx="186055" cy="2146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190625" y="1326356"/>
            <a:ext cx="176413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静态直出</a:t>
            </a:r>
            <a:endParaRPr lang="zh-CN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71525" y="1885950"/>
            <a:ext cx="2765425" cy="2102485"/>
          </a:xfrm>
          <a:custGeom>
            <a:avLst/>
            <a:gdLst>
              <a:gd name="sw" fmla="*/ 1 w 4355"/>
              <a:gd name="sh" fmla="*/ 1 h 3311"/>
              <a:gd name="mins" fmla="min sw sh"/>
              <a:gd name="dsw" fmla="+- 0 sw mins"/>
              <a:gd name="dsh" fmla="+- 0 sh mins"/>
              <a:gd name="p0x0" fmla="*/ 150 w 4355"/>
              <a:gd name="p0y0" fmla="*/ 0 h 3311"/>
              <a:gd name="p0x1" fmla="*/ 4205 w 4355"/>
              <a:gd name="p0y1" fmla="*/ 0 h 3311"/>
              <a:gd name="p0x2" fmla="*/ 4288 w 4355"/>
              <a:gd name="p0y2" fmla="*/ 0 h 3311"/>
              <a:gd name="p0x3" fmla="*/ 4355 w 4355"/>
              <a:gd name="p0y3" fmla="*/ 67 h 3311"/>
              <a:gd name="p0x4" fmla="*/ 4355 w 4355"/>
              <a:gd name="p0y4" fmla="*/ 150 h 3311"/>
              <a:gd name="p0x5" fmla="*/ 4355 w 4355"/>
              <a:gd name="p0y5" fmla="*/ 3161 h 3311"/>
              <a:gd name="p0x6" fmla="*/ 4355 w 4355"/>
              <a:gd name="p0y6" fmla="*/ 3244 h 3311"/>
              <a:gd name="p0x7" fmla="*/ 4288 w 4355"/>
              <a:gd name="p0y7" fmla="*/ 3311 h 3311"/>
              <a:gd name="p0x8" fmla="*/ 4205 w 4355"/>
              <a:gd name="p0y8" fmla="*/ 3311 h 3311"/>
              <a:gd name="p0x9" fmla="*/ 150 w 4355"/>
              <a:gd name="p0y9" fmla="*/ 3311 h 3311"/>
              <a:gd name="p0x10" fmla="*/ 67 w 4355"/>
              <a:gd name="p0y10" fmla="*/ 3311 h 3311"/>
              <a:gd name="p0x11" fmla="*/ 0 w 4355"/>
              <a:gd name="p0y11" fmla="*/ 3244 h 3311"/>
              <a:gd name="p0x12" fmla="*/ 0 w 4355"/>
              <a:gd name="p0y12" fmla="*/ 3161 h 3311"/>
              <a:gd name="p0x13" fmla="*/ 0 w 4355"/>
              <a:gd name="p0y13" fmla="*/ 150 h 3311"/>
              <a:gd name="p0x14" fmla="*/ 0 w 4355"/>
              <a:gd name="p0y14" fmla="*/ 67 h 3311"/>
              <a:gd name="p0x15" fmla="*/ 67 w 4355"/>
              <a:gd name="p0y15" fmla="*/ 0 h 3311"/>
              <a:gd name="p0x16" fmla="*/ 150 w 4355"/>
              <a:gd name="p0y16" fmla="*/ 0 h 33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85825" y="1950720"/>
            <a:ext cx="25374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location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/static/articles/ {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000125" y="2194503"/>
            <a:ext cx="2423141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alias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/path/to/bbs-article-service/article-static-html/;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000125" y="2682059"/>
            <a:ext cx="2423141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add_header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Cache-Control "public, max-age=3600";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1000125" y="3169625"/>
            <a:ext cx="24231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access_log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off;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1000125" y="3413408"/>
            <a:ext cx="24231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gzip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on;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85825" y="3657181"/>
            <a:ext cx="25374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71525" y="4049554"/>
            <a:ext cx="2766041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文件存于应用磁盘，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sz="135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alias</a:t>
            </a:r>
            <a:r>
              <a:rPr lang="zh-CN" sz="135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</a:t>
            </a:r>
            <a:r>
              <a:rPr 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读取；可开启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gzip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Cache-Control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缓存；生产环境可进一步挂</a:t>
            </a:r>
            <a:r>
              <a:rPr sz="135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做多地域加速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771525" y="5524500"/>
            <a:ext cx="2765425" cy="752475"/>
          </a:xfrm>
          <a:custGeom>
            <a:avLst/>
            <a:gdLst>
              <a:gd name="sw" fmla="*/ 1 w 4355"/>
              <a:gd name="sh" fmla="*/ 1 h 1185"/>
              <a:gd name="mins" fmla="min sw sh"/>
              <a:gd name="dsw" fmla="+- 0 sw mins"/>
              <a:gd name="dsh" fmla="+- 0 sh mins"/>
              <a:gd name="p0x0" fmla="*/ 150 w 4355"/>
              <a:gd name="p0y0" fmla="*/ 0 h 1185"/>
              <a:gd name="p0x1" fmla="*/ 4205 w 4355"/>
              <a:gd name="p0y1" fmla="*/ 0 h 1185"/>
              <a:gd name="p0x2" fmla="*/ 4288 w 4355"/>
              <a:gd name="p0y2" fmla="*/ 0 h 1185"/>
              <a:gd name="p0x3" fmla="*/ 4355 w 4355"/>
              <a:gd name="p0y3" fmla="*/ 67 h 1185"/>
              <a:gd name="p0x4" fmla="*/ 4355 w 4355"/>
              <a:gd name="p0y4" fmla="*/ 150 h 1185"/>
              <a:gd name="p0x5" fmla="*/ 4355 w 4355"/>
              <a:gd name="p0y5" fmla="*/ 1035 h 1185"/>
              <a:gd name="p0x6" fmla="*/ 4355 w 4355"/>
              <a:gd name="p0y6" fmla="*/ 1117 h 1185"/>
              <a:gd name="p0x7" fmla="*/ 4288 w 4355"/>
              <a:gd name="p0y7" fmla="*/ 1185 h 1185"/>
              <a:gd name="p0x8" fmla="*/ 4205 w 4355"/>
              <a:gd name="p0y8" fmla="*/ 1185 h 1185"/>
              <a:gd name="p0x9" fmla="*/ 150 w 4355"/>
              <a:gd name="p0y9" fmla="*/ 1185 h 1185"/>
              <a:gd name="p0x10" fmla="*/ 67 w 4355"/>
              <a:gd name="p0y10" fmla="*/ 1185 h 1185"/>
              <a:gd name="p0x11" fmla="*/ 0 w 4355"/>
              <a:gd name="p0y11" fmla="*/ 1117 h 1185"/>
              <a:gd name="p0x12" fmla="*/ 0 w 4355"/>
              <a:gd name="p0y12" fmla="*/ 1035 h 1185"/>
              <a:gd name="p0x13" fmla="*/ 0 w 4355"/>
              <a:gd name="p0y13" fmla="*/ 150 h 1185"/>
              <a:gd name="p0x14" fmla="*/ 0 w 4355"/>
              <a:gd name="p0y14" fmla="*/ 67 h 1185"/>
              <a:gd name="p0x15" fmla="*/ 67 w 4355"/>
              <a:gd name="p0y15" fmla="*/ 0 h 1185"/>
              <a:gd name="p0x16" fmla="*/ 150 w 4355"/>
              <a:gd name="p0y16" fmla="*/ 0 h 1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885825" y="5600705"/>
            <a:ext cx="2537441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解决问题：</a:t>
            </a:r>
            <a:r>
              <a:rPr lang="zh-CN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高并发读与</a:t>
            </a:r>
            <a:r>
              <a:rPr lang="en-US" altLang="zh-CN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lang="zh-CN" alt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栈解耦，利用</a:t>
            </a:r>
            <a:r>
              <a:rPr lang="en-US" altLang="zh-CN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高效静态文件服务能力，提升可用性</a:t>
            </a:r>
            <a:endParaRPr lang="zh-CN" altLang="en-US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 w="9525" cmpd="sng">
            <a:solidFill>
              <a:srgbClr val="FF8A3A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/>
        </p:nvGrpSpPr>
        <p:grpSpPr>
          <a:xfrm>
            <a:off x="4184650" y="1304925"/>
            <a:ext cx="3293110" cy="466090"/>
            <a:chOff x="6590" y="2055"/>
            <a:chExt cx="5186" cy="734"/>
          </a:xfrm>
        </p:grpSpPr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6590" y="2055"/>
              <a:ext cx="5187" cy="735"/>
            </a:xfrm>
            <a:custGeom>
              <a:avLst/>
              <a:gdLst>
                <a:gd name="sw" fmla="*/ 1 w 5186"/>
                <a:gd name="sh" fmla="*/ 1 h 735"/>
                <a:gd name="mins" fmla="min sw sh"/>
                <a:gd name="dsw" fmla="+- 0 sw mins"/>
                <a:gd name="dsh" fmla="+- 0 sh mins"/>
                <a:gd name="p0x0" fmla="*/ 0 w 5186"/>
                <a:gd name="p0y0" fmla="*/ 0 h 735"/>
                <a:gd name="p0x1" fmla="*/ 5186 w 5186"/>
                <a:gd name="p0y1" fmla="*/ 0 h 735"/>
                <a:gd name="p0x2" fmla="*/ 5186 w 5186"/>
                <a:gd name="p0y2" fmla="*/ 735 h 735"/>
                <a:gd name="p0x3" fmla="*/ 0 w 5186"/>
                <a:gd name="p0y3" fmla="*/ 735 h 735"/>
                <a:gd name="p0x4" fmla="*/ 0 w 5186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4"/>
              </p:custDataLst>
            </p:nvPr>
          </p:nvSpPr>
          <p:spPr>
            <a:xfrm>
              <a:off x="6590" y="2775"/>
              <a:ext cx="5187" cy="15"/>
            </a:xfrm>
            <a:custGeom>
              <a:avLst/>
              <a:gdLst>
                <a:gd name="sw" fmla="*/ 1 w 5186"/>
                <a:gd name="sh" fmla="*/ 1 h 15"/>
                <a:gd name="mins" fmla="min sw sh"/>
                <a:gd name="dsw" fmla="+- 0 sw mins"/>
                <a:gd name="dsh" fmla="+- 0 sh mins"/>
                <a:gd name="p0x0" fmla="*/ 5186 w 5186"/>
                <a:gd name="p0y0" fmla="*/ 15 h 15"/>
                <a:gd name="p0x1" fmla="*/ 0 w 5186"/>
                <a:gd name="p0y1" fmla="*/ 15 h 15"/>
                <a:gd name="p0x2" fmla="*/ 0 w 5186"/>
                <a:gd name="p0y2" fmla="*/ 0 h 15"/>
                <a:gd name="p0x3" fmla="*/ 5186 w 5186"/>
                <a:gd name="p0y3" fmla="*/ 0 h 15"/>
                <a:gd name="p0x4" fmla="*/ 5186 w 5186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2EB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4184650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4263390" y="1366520"/>
            <a:ext cx="186055" cy="2146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4604366" y="1326356"/>
            <a:ext cx="174173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r>
              <a:rPr lang="zh-CN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缓存辅助</a:t>
            </a:r>
            <a:endParaRPr lang="zh-CN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4184650" y="1885950"/>
            <a:ext cx="1590040" cy="1823720"/>
          </a:xfrm>
          <a:custGeom>
            <a:avLst/>
            <a:gdLst>
              <a:gd name="sw" fmla="*/ 1 w 2503"/>
              <a:gd name="sh" fmla="*/ 1 h 2872"/>
              <a:gd name="mins" fmla="min sw sh"/>
              <a:gd name="dsw" fmla="+- 0 sw mins"/>
              <a:gd name="dsh" fmla="+- 0 sh mins"/>
              <a:gd name="p0x0" fmla="*/ 150 w 2503"/>
              <a:gd name="p0y0" fmla="*/ 0 h 2872"/>
              <a:gd name="p0x1" fmla="*/ 2353 w 2503"/>
              <a:gd name="p0y1" fmla="*/ 0 h 2872"/>
              <a:gd name="p0x2" fmla="*/ 2436 w 2503"/>
              <a:gd name="p0y2" fmla="*/ 0 h 2872"/>
              <a:gd name="p0x3" fmla="*/ 2503 w 2503"/>
              <a:gd name="p0y3" fmla="*/ 67 h 2872"/>
              <a:gd name="p0x4" fmla="*/ 2503 w 2503"/>
              <a:gd name="p0y4" fmla="*/ 150 h 2872"/>
              <a:gd name="p0x5" fmla="*/ 2503 w 2503"/>
              <a:gd name="p0y5" fmla="*/ 2722 h 2872"/>
              <a:gd name="p0x6" fmla="*/ 2503 w 2503"/>
              <a:gd name="p0y6" fmla="*/ 2805 h 2872"/>
              <a:gd name="p0x7" fmla="*/ 2436 w 2503"/>
              <a:gd name="p0y7" fmla="*/ 2872 h 2872"/>
              <a:gd name="p0x8" fmla="*/ 2353 w 2503"/>
              <a:gd name="p0y8" fmla="*/ 2872 h 2872"/>
              <a:gd name="p0x9" fmla="*/ 150 w 2503"/>
              <a:gd name="p0y9" fmla="*/ 2872 h 2872"/>
              <a:gd name="p0x10" fmla="*/ 67 w 2503"/>
              <a:gd name="p0y10" fmla="*/ 2872 h 2872"/>
              <a:gd name="p0x11" fmla="*/ 0 w 2503"/>
              <a:gd name="p0y11" fmla="*/ 2805 h 2872"/>
              <a:gd name="p0x12" fmla="*/ 0 w 2503"/>
              <a:gd name="p0y12" fmla="*/ 2722 h 2872"/>
              <a:gd name="p0x13" fmla="*/ 0 w 2503"/>
              <a:gd name="p0y13" fmla="*/ 150 h 2872"/>
              <a:gd name="p0x14" fmla="*/ 0 w 2503"/>
              <a:gd name="p0y14" fmla="*/ 67 h 2872"/>
              <a:gd name="p0x15" fmla="*/ 67 w 2503"/>
              <a:gd name="p0y15" fmla="*/ 0 h 2872"/>
              <a:gd name="p0x16" fmla="*/ 150 w 2503"/>
              <a:gd name="p0y16" fmla="*/ 0 h 28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4299566" y="2000250"/>
            <a:ext cx="136110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4299566" y="2238375"/>
            <a:ext cx="136110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redis.htmlCacheEnabled</a:t>
            </a:r>
            <a:endParaRPr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4298950" y="2733675"/>
            <a:ext cx="436245" cy="238125"/>
          </a:xfrm>
          <a:custGeom>
            <a:avLst/>
            <a:gdLst>
              <a:gd name="sw" fmla="*/ 1 w 686"/>
              <a:gd name="sh" fmla="*/ 1 h 375"/>
              <a:gd name="mins" fmla="min sw sh"/>
              <a:gd name="dsw" fmla="+- 0 sw mins"/>
              <a:gd name="dsh" fmla="+- 0 sh mins"/>
              <a:gd name="p0x0" fmla="*/ 60 w 686"/>
              <a:gd name="p0y0" fmla="*/ 0 h 375"/>
              <a:gd name="p0x1" fmla="*/ 626 w 686"/>
              <a:gd name="p0y1" fmla="*/ 0 h 375"/>
              <a:gd name="p0x2" fmla="*/ 659 w 686"/>
              <a:gd name="p0y2" fmla="*/ 0 h 375"/>
              <a:gd name="p0x3" fmla="*/ 686 w 686"/>
              <a:gd name="p0y3" fmla="*/ 26 h 375"/>
              <a:gd name="p0x4" fmla="*/ 686 w 686"/>
              <a:gd name="p0y4" fmla="*/ 60 h 375"/>
              <a:gd name="p0x5" fmla="*/ 686 w 686"/>
              <a:gd name="p0y5" fmla="*/ 315 h 375"/>
              <a:gd name="p0x6" fmla="*/ 686 w 686"/>
              <a:gd name="p0y6" fmla="*/ 348 h 375"/>
              <a:gd name="p0x7" fmla="*/ 659 w 686"/>
              <a:gd name="p0y7" fmla="*/ 375 h 375"/>
              <a:gd name="p0x8" fmla="*/ 626 w 686"/>
              <a:gd name="p0y8" fmla="*/ 375 h 375"/>
              <a:gd name="p0x9" fmla="*/ 60 w 686"/>
              <a:gd name="p0y9" fmla="*/ 375 h 375"/>
              <a:gd name="p0x10" fmla="*/ 26 w 686"/>
              <a:gd name="p0y10" fmla="*/ 375 h 375"/>
              <a:gd name="p0x11" fmla="*/ 0 w 686"/>
              <a:gd name="p0y11" fmla="*/ 348 h 375"/>
              <a:gd name="p0x12" fmla="*/ 0 w 686"/>
              <a:gd name="p0y12" fmla="*/ 315 h 375"/>
              <a:gd name="p0x13" fmla="*/ 0 w 686"/>
              <a:gd name="p0y13" fmla="*/ 60 h 375"/>
              <a:gd name="p0x14" fmla="*/ 0 w 686"/>
              <a:gd name="p0y14" fmla="*/ 26 h 375"/>
              <a:gd name="p0x15" fmla="*/ 26 w 686"/>
              <a:gd name="p0y15" fmla="*/ 0 h 375"/>
              <a:gd name="p0x16" fmla="*/ 60 w 686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4375766" y="2752725"/>
            <a:ext cx="43606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true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4299566" y="3195638"/>
            <a:ext cx="1361104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缓存已发布文章正文</a:t>
            </a:r>
            <a:r>
              <a:rPr lang="en-US" alt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endParaRPr lang="en-US" altLang="zh-CN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5888990" y="1885950"/>
            <a:ext cx="1589405" cy="1823720"/>
          </a:xfrm>
          <a:custGeom>
            <a:avLst/>
            <a:gdLst>
              <a:gd name="sw" fmla="*/ 1 w 2503"/>
              <a:gd name="sh" fmla="*/ 1 h 2872"/>
              <a:gd name="mins" fmla="min sw sh"/>
              <a:gd name="dsw" fmla="+- 0 sw mins"/>
              <a:gd name="dsh" fmla="+- 0 sh mins"/>
              <a:gd name="p0x0" fmla="*/ 150 w 2503"/>
              <a:gd name="p0y0" fmla="*/ 0 h 2872"/>
              <a:gd name="p0x1" fmla="*/ 2353 w 2503"/>
              <a:gd name="p0y1" fmla="*/ 0 h 2872"/>
              <a:gd name="p0x2" fmla="*/ 2436 w 2503"/>
              <a:gd name="p0y2" fmla="*/ 0 h 2872"/>
              <a:gd name="p0x3" fmla="*/ 2503 w 2503"/>
              <a:gd name="p0y3" fmla="*/ 67 h 2872"/>
              <a:gd name="p0x4" fmla="*/ 2503 w 2503"/>
              <a:gd name="p0y4" fmla="*/ 150 h 2872"/>
              <a:gd name="p0x5" fmla="*/ 2503 w 2503"/>
              <a:gd name="p0y5" fmla="*/ 2722 h 2872"/>
              <a:gd name="p0x6" fmla="*/ 2503 w 2503"/>
              <a:gd name="p0y6" fmla="*/ 2805 h 2872"/>
              <a:gd name="p0x7" fmla="*/ 2436 w 2503"/>
              <a:gd name="p0y7" fmla="*/ 2872 h 2872"/>
              <a:gd name="p0x8" fmla="*/ 2353 w 2503"/>
              <a:gd name="p0y8" fmla="*/ 2872 h 2872"/>
              <a:gd name="p0x9" fmla="*/ 150 w 2503"/>
              <a:gd name="p0y9" fmla="*/ 2872 h 2872"/>
              <a:gd name="p0x10" fmla="*/ 67 w 2503"/>
              <a:gd name="p0y10" fmla="*/ 2872 h 2872"/>
              <a:gd name="p0x11" fmla="*/ 0 w 2503"/>
              <a:gd name="p0y11" fmla="*/ 2805 h 2872"/>
              <a:gd name="p0x12" fmla="*/ 0 w 2503"/>
              <a:gd name="p0y12" fmla="*/ 2722 h 2872"/>
              <a:gd name="p0x13" fmla="*/ 0 w 2503"/>
              <a:gd name="p0y13" fmla="*/ 150 h 2872"/>
              <a:gd name="p0x14" fmla="*/ 0 w 2503"/>
              <a:gd name="p0y14" fmla="*/ 67 h 2872"/>
              <a:gd name="p0x15" fmla="*/ 67 w 2503"/>
              <a:gd name="p0y15" fmla="*/ 0 h 2872"/>
              <a:gd name="p0x16" fmla="*/ 150 w 2503"/>
              <a:gd name="p0y16" fmla="*/ 0 h 28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6003569" y="2000250"/>
            <a:ext cx="136110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sz="120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003569" y="2238375"/>
            <a:ext cx="136110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redis.ttl</a:t>
            </a:r>
            <a:endParaRPr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9"/>
            </p:custDataLst>
          </p:nvPr>
        </p:nvSpPr>
        <p:spPr>
          <a:xfrm>
            <a:off x="6003290" y="2505075"/>
            <a:ext cx="647065" cy="238125"/>
          </a:xfrm>
          <a:custGeom>
            <a:avLst/>
            <a:gdLst>
              <a:gd name="sw" fmla="*/ 1 w 1019"/>
              <a:gd name="sh" fmla="*/ 1 h 375"/>
              <a:gd name="mins" fmla="min sw sh"/>
              <a:gd name="dsw" fmla="+- 0 sw mins"/>
              <a:gd name="dsh" fmla="+- 0 sh mins"/>
              <a:gd name="p0x0" fmla="*/ 60 w 1019"/>
              <a:gd name="p0y0" fmla="*/ 0 h 375"/>
              <a:gd name="p0x1" fmla="*/ 959 w 1019"/>
              <a:gd name="p0y1" fmla="*/ 0 h 375"/>
              <a:gd name="p0x2" fmla="*/ 992 w 1019"/>
              <a:gd name="p0y2" fmla="*/ 0 h 375"/>
              <a:gd name="p0x3" fmla="*/ 1019 w 1019"/>
              <a:gd name="p0y3" fmla="*/ 26 h 375"/>
              <a:gd name="p0x4" fmla="*/ 1019 w 1019"/>
              <a:gd name="p0y4" fmla="*/ 60 h 375"/>
              <a:gd name="p0x5" fmla="*/ 1019 w 1019"/>
              <a:gd name="p0y5" fmla="*/ 315 h 375"/>
              <a:gd name="p0x6" fmla="*/ 1019 w 1019"/>
              <a:gd name="p0y6" fmla="*/ 348 h 375"/>
              <a:gd name="p0x7" fmla="*/ 992 w 1019"/>
              <a:gd name="p0y7" fmla="*/ 375 h 375"/>
              <a:gd name="p0x8" fmla="*/ 959 w 1019"/>
              <a:gd name="p0y8" fmla="*/ 375 h 375"/>
              <a:gd name="p0x9" fmla="*/ 60 w 1019"/>
              <a:gd name="p0y9" fmla="*/ 375 h 375"/>
              <a:gd name="p0x10" fmla="*/ 26 w 1019"/>
              <a:gd name="p0y10" fmla="*/ 375 h 375"/>
              <a:gd name="p0x11" fmla="*/ 0 w 1019"/>
              <a:gd name="p0y11" fmla="*/ 348 h 375"/>
              <a:gd name="p0x12" fmla="*/ 0 w 1019"/>
              <a:gd name="p0y12" fmla="*/ 315 h 375"/>
              <a:gd name="p0x13" fmla="*/ 0 w 1019"/>
              <a:gd name="p0y13" fmla="*/ 60 h 375"/>
              <a:gd name="p0x14" fmla="*/ 0 w 1019"/>
              <a:gd name="p0y14" fmla="*/ 26 h 375"/>
              <a:gd name="p0x15" fmla="*/ 26 w 1019"/>
              <a:gd name="p0y15" fmla="*/ 0 h 375"/>
              <a:gd name="p0x16" fmla="*/ 60 w 1019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6079769" y="2524125"/>
            <a:ext cx="6474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6003569" y="3395663"/>
            <a:ext cx="1371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正文缓存过期时间</a:t>
            </a:r>
            <a:endParaRPr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4298950" y="4671695"/>
            <a:ext cx="436245" cy="238125"/>
          </a:xfrm>
          <a:custGeom>
            <a:avLst/>
            <a:gdLst>
              <a:gd name="sw" fmla="*/ 1 w 686"/>
              <a:gd name="sh" fmla="*/ 1 h 375"/>
              <a:gd name="mins" fmla="min sw sh"/>
              <a:gd name="dsw" fmla="+- 0 sw mins"/>
              <a:gd name="dsh" fmla="+- 0 sh mins"/>
              <a:gd name="p0x0" fmla="*/ 60 w 686"/>
              <a:gd name="p0y0" fmla="*/ 0 h 375"/>
              <a:gd name="p0x1" fmla="*/ 626 w 686"/>
              <a:gd name="p0y1" fmla="*/ 0 h 375"/>
              <a:gd name="p0x2" fmla="*/ 659 w 686"/>
              <a:gd name="p0y2" fmla="*/ 0 h 375"/>
              <a:gd name="p0x3" fmla="*/ 686 w 686"/>
              <a:gd name="p0y3" fmla="*/ 26 h 375"/>
              <a:gd name="p0x4" fmla="*/ 686 w 686"/>
              <a:gd name="p0y4" fmla="*/ 60 h 375"/>
              <a:gd name="p0x5" fmla="*/ 686 w 686"/>
              <a:gd name="p0y5" fmla="*/ 315 h 375"/>
              <a:gd name="p0x6" fmla="*/ 686 w 686"/>
              <a:gd name="p0y6" fmla="*/ 348 h 375"/>
              <a:gd name="p0x7" fmla="*/ 659 w 686"/>
              <a:gd name="p0y7" fmla="*/ 375 h 375"/>
              <a:gd name="p0x8" fmla="*/ 626 w 686"/>
              <a:gd name="p0y8" fmla="*/ 375 h 375"/>
              <a:gd name="p0x9" fmla="*/ 60 w 686"/>
              <a:gd name="p0y9" fmla="*/ 375 h 375"/>
              <a:gd name="p0x10" fmla="*/ 26 w 686"/>
              <a:gd name="p0y10" fmla="*/ 375 h 375"/>
              <a:gd name="p0x11" fmla="*/ 0 w 686"/>
              <a:gd name="p0y11" fmla="*/ 348 h 375"/>
              <a:gd name="p0x12" fmla="*/ 0 w 686"/>
              <a:gd name="p0y12" fmla="*/ 315 h 375"/>
              <a:gd name="p0x13" fmla="*/ 0 w 686"/>
              <a:gd name="p0y13" fmla="*/ 60 h 375"/>
              <a:gd name="p0x14" fmla="*/ 0 w 686"/>
              <a:gd name="p0y14" fmla="*/ 26 h 375"/>
              <a:gd name="p0x15" fmla="*/ 26 w 686"/>
              <a:gd name="p0y15" fmla="*/ 0 h 375"/>
              <a:gd name="p0x16" fmla="*/ 60 w 686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43"/>
            </p:custDataLst>
          </p:nvPr>
        </p:nvSpPr>
        <p:spPr>
          <a:xfrm>
            <a:off x="6003290" y="4671695"/>
            <a:ext cx="494665" cy="238125"/>
          </a:xfrm>
          <a:custGeom>
            <a:avLst/>
            <a:gdLst>
              <a:gd name="sw" fmla="*/ 1 w 779"/>
              <a:gd name="sh" fmla="*/ 1 h 375"/>
              <a:gd name="mins" fmla="min sw sh"/>
              <a:gd name="dsw" fmla="+- 0 sw mins"/>
              <a:gd name="dsh" fmla="+- 0 sh mins"/>
              <a:gd name="p0x0" fmla="*/ 60 w 779"/>
              <a:gd name="p0y0" fmla="*/ 0 h 375"/>
              <a:gd name="p0x1" fmla="*/ 719 w 779"/>
              <a:gd name="p0y1" fmla="*/ 0 h 375"/>
              <a:gd name="p0x2" fmla="*/ 752 w 779"/>
              <a:gd name="p0y2" fmla="*/ 0 h 375"/>
              <a:gd name="p0x3" fmla="*/ 779 w 779"/>
              <a:gd name="p0y3" fmla="*/ 26 h 375"/>
              <a:gd name="p0x4" fmla="*/ 779 w 779"/>
              <a:gd name="p0y4" fmla="*/ 60 h 375"/>
              <a:gd name="p0x5" fmla="*/ 779 w 779"/>
              <a:gd name="p0y5" fmla="*/ 315 h 375"/>
              <a:gd name="p0x6" fmla="*/ 779 w 779"/>
              <a:gd name="p0y6" fmla="*/ 348 h 375"/>
              <a:gd name="p0x7" fmla="*/ 752 w 779"/>
              <a:gd name="p0y7" fmla="*/ 375 h 375"/>
              <a:gd name="p0x8" fmla="*/ 719 w 779"/>
              <a:gd name="p0y8" fmla="*/ 375 h 375"/>
              <a:gd name="p0x9" fmla="*/ 60 w 779"/>
              <a:gd name="p0y9" fmla="*/ 375 h 375"/>
              <a:gd name="p0x10" fmla="*/ 26 w 779"/>
              <a:gd name="p0y10" fmla="*/ 375 h 375"/>
              <a:gd name="p0x11" fmla="*/ 0 w 779"/>
              <a:gd name="p0y11" fmla="*/ 348 h 375"/>
              <a:gd name="p0x12" fmla="*/ 0 w 779"/>
              <a:gd name="p0y12" fmla="*/ 315 h 375"/>
              <a:gd name="p0x13" fmla="*/ 0 w 779"/>
              <a:gd name="p0y13" fmla="*/ 60 h 375"/>
              <a:gd name="p0x14" fmla="*/ 0 w 779"/>
              <a:gd name="p0y14" fmla="*/ 26 h 375"/>
              <a:gd name="p0x15" fmla="*/ 26 w 779"/>
              <a:gd name="p0y15" fmla="*/ 0 h 375"/>
              <a:gd name="p0x16" fmla="*/ 60 w 779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44"/>
            </p:custDataLst>
          </p:nvPr>
        </p:nvSpPr>
        <p:spPr>
          <a:xfrm>
            <a:off x="4184650" y="5724525"/>
            <a:ext cx="3293745" cy="552450"/>
          </a:xfrm>
          <a:custGeom>
            <a:avLst/>
            <a:gdLst>
              <a:gd name="sw" fmla="*/ 1 w 5186"/>
              <a:gd name="sh" fmla="*/ 1 h 870"/>
              <a:gd name="mins" fmla="min sw sh"/>
              <a:gd name="dsw" fmla="+- 0 sw mins"/>
              <a:gd name="dsh" fmla="+- 0 sh mins"/>
              <a:gd name="p0x0" fmla="*/ 150 w 5186"/>
              <a:gd name="p0y0" fmla="*/ 0 h 870"/>
              <a:gd name="p0x1" fmla="*/ 5036 w 5186"/>
              <a:gd name="p0y1" fmla="*/ 0 h 870"/>
              <a:gd name="p0x2" fmla="*/ 5119 w 5186"/>
              <a:gd name="p0y2" fmla="*/ 0 h 870"/>
              <a:gd name="p0x3" fmla="*/ 5186 w 5186"/>
              <a:gd name="p0y3" fmla="*/ 67 h 870"/>
              <a:gd name="p0x4" fmla="*/ 5186 w 5186"/>
              <a:gd name="p0y4" fmla="*/ 150 h 870"/>
              <a:gd name="p0x5" fmla="*/ 5186 w 5186"/>
              <a:gd name="p0y5" fmla="*/ 720 h 870"/>
              <a:gd name="p0x6" fmla="*/ 5186 w 5186"/>
              <a:gd name="p0y6" fmla="*/ 802 h 870"/>
              <a:gd name="p0x7" fmla="*/ 5119 w 5186"/>
              <a:gd name="p0y7" fmla="*/ 870 h 870"/>
              <a:gd name="p0x8" fmla="*/ 5036 w 5186"/>
              <a:gd name="p0y8" fmla="*/ 870 h 870"/>
              <a:gd name="p0x9" fmla="*/ 150 w 5186"/>
              <a:gd name="p0y9" fmla="*/ 870 h 870"/>
              <a:gd name="p0x10" fmla="*/ 67 w 5186"/>
              <a:gd name="p0y10" fmla="*/ 870 h 870"/>
              <a:gd name="p0x11" fmla="*/ 0 w 5186"/>
              <a:gd name="p0y11" fmla="*/ 802 h 870"/>
              <a:gd name="p0x12" fmla="*/ 0 w 5186"/>
              <a:gd name="p0y12" fmla="*/ 720 h 870"/>
              <a:gd name="p0x13" fmla="*/ 0 w 5186"/>
              <a:gd name="p0y13" fmla="*/ 150 h 870"/>
              <a:gd name="p0x14" fmla="*/ 0 w 5186"/>
              <a:gd name="p0y14" fmla="*/ 67 h 870"/>
              <a:gd name="p0x15" fmla="*/ 67 w 5186"/>
              <a:gd name="p0y15" fmla="*/ 0 h 870"/>
              <a:gd name="p0x16" fmla="*/ 150 w 5186"/>
              <a:gd name="p0y16" fmla="*/ 0 h 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5"/>
            </p:custDataLst>
          </p:nvPr>
        </p:nvSpPr>
        <p:spPr>
          <a:xfrm>
            <a:off x="4299566" y="5800725"/>
            <a:ext cx="3065117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解决问题：</a:t>
            </a:r>
            <a:r>
              <a:rPr 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</a:t>
            </a:r>
            <a:r>
              <a:rPr lang="en-US" alt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Mongo</a:t>
            </a: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读，改善动态读的性能与可靠性</a:t>
            </a:r>
            <a:endParaRPr lang="zh-CN" altLang="en-US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46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8126095" y="1304925"/>
            <a:ext cx="3293110" cy="466090"/>
            <a:chOff x="12797" y="2055"/>
            <a:chExt cx="5186" cy="734"/>
          </a:xfrm>
        </p:grpSpPr>
        <p:sp>
          <p:nvSpPr>
            <p:cNvPr id="59" name="任意多边形 58"/>
            <p:cNvSpPr/>
            <p:nvPr>
              <p:custDataLst>
                <p:tags r:id="rId47"/>
              </p:custDataLst>
            </p:nvPr>
          </p:nvSpPr>
          <p:spPr>
            <a:xfrm>
              <a:off x="12797" y="2055"/>
              <a:ext cx="5187" cy="735"/>
            </a:xfrm>
            <a:custGeom>
              <a:avLst/>
              <a:gdLst>
                <a:gd name="sw" fmla="*/ 1 w 5186"/>
                <a:gd name="sh" fmla="*/ 1 h 735"/>
                <a:gd name="mins" fmla="min sw sh"/>
                <a:gd name="dsw" fmla="+- 0 sw mins"/>
                <a:gd name="dsh" fmla="+- 0 sh mins"/>
                <a:gd name="p0x0" fmla="*/ 0 w 5186"/>
                <a:gd name="p0y0" fmla="*/ 0 h 735"/>
                <a:gd name="p0x1" fmla="*/ 5186 w 5186"/>
                <a:gd name="p0y1" fmla="*/ 0 h 735"/>
                <a:gd name="p0x2" fmla="*/ 5186 w 5186"/>
                <a:gd name="p0y2" fmla="*/ 735 h 735"/>
                <a:gd name="p0x3" fmla="*/ 0 w 5186"/>
                <a:gd name="p0y3" fmla="*/ 735 h 735"/>
                <a:gd name="p0x4" fmla="*/ 0 w 5186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48"/>
              </p:custDataLst>
            </p:nvPr>
          </p:nvSpPr>
          <p:spPr>
            <a:xfrm>
              <a:off x="12797" y="2775"/>
              <a:ext cx="5187" cy="15"/>
            </a:xfrm>
            <a:custGeom>
              <a:avLst/>
              <a:gdLst>
                <a:gd name="sw" fmla="*/ 1 w 5186"/>
                <a:gd name="sh" fmla="*/ 1 h 15"/>
                <a:gd name="mins" fmla="min sw sh"/>
                <a:gd name="dsw" fmla="+- 0 sw mins"/>
                <a:gd name="dsh" fmla="+- 0 sh mins"/>
                <a:gd name="p0x0" fmla="*/ 5186 w 5186"/>
                <a:gd name="p0y0" fmla="*/ 15 h 15"/>
                <a:gd name="p0x1" fmla="*/ 0 w 5186"/>
                <a:gd name="p0y1" fmla="*/ 15 h 15"/>
                <a:gd name="p0x2" fmla="*/ 0 w 5186"/>
                <a:gd name="p0y2" fmla="*/ 0 h 15"/>
                <a:gd name="p0x3" fmla="*/ 5186 w 5186"/>
                <a:gd name="p0y3" fmla="*/ 0 h 15"/>
                <a:gd name="p0x4" fmla="*/ 5186 w 5186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2EB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2" name="任意多边形 61"/>
          <p:cNvSpPr/>
          <p:nvPr>
            <p:custDataLst>
              <p:tags r:id="rId49"/>
            </p:custDataLst>
          </p:nvPr>
        </p:nvSpPr>
        <p:spPr>
          <a:xfrm>
            <a:off x="812609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4889" t="-9298" r="-4889" b="-9298"/>
          <a:stretch>
            <a:fillRect/>
          </a:stretch>
        </p:blipFill>
        <p:spPr>
          <a:xfrm>
            <a:off x="8219440" y="1366520"/>
            <a:ext cx="156845" cy="214630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53"/>
            </p:custDataLst>
          </p:nvPr>
        </p:nvSpPr>
        <p:spPr>
          <a:xfrm>
            <a:off x="8545782" y="1326356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解决问题汇总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54"/>
            </p:custDataLst>
          </p:nvPr>
        </p:nvSpPr>
        <p:spPr>
          <a:xfrm>
            <a:off x="8126095" y="2270125"/>
            <a:ext cx="3293745" cy="976630"/>
          </a:xfrm>
          <a:custGeom>
            <a:avLst/>
            <a:gdLst>
              <a:gd name="sw" fmla="*/ 1 w 5186"/>
              <a:gd name="sh" fmla="*/ 1 h 1537"/>
              <a:gd name="mins" fmla="min sw sh"/>
              <a:gd name="dsw" fmla="+- 0 sw mins"/>
              <a:gd name="dsh" fmla="+- 0 sh mins"/>
              <a:gd name="p0x0" fmla="*/ 150 w 5186"/>
              <a:gd name="p0y0" fmla="*/ 0 h 1537"/>
              <a:gd name="p0x1" fmla="*/ 5036 w 5186"/>
              <a:gd name="p0y1" fmla="*/ 0 h 1537"/>
              <a:gd name="p0x2" fmla="*/ 5119 w 5186"/>
              <a:gd name="p0y2" fmla="*/ 0 h 1537"/>
              <a:gd name="p0x3" fmla="*/ 5186 w 5186"/>
              <a:gd name="p0y3" fmla="*/ 67 h 1537"/>
              <a:gd name="p0x4" fmla="*/ 5186 w 5186"/>
              <a:gd name="p0y4" fmla="*/ 150 h 1537"/>
              <a:gd name="p0x5" fmla="*/ 5186 w 5186"/>
              <a:gd name="p0y5" fmla="*/ 1387 h 1537"/>
              <a:gd name="p0x6" fmla="*/ 5186 w 5186"/>
              <a:gd name="p0y6" fmla="*/ 1470 h 1537"/>
              <a:gd name="p0x7" fmla="*/ 5119 w 5186"/>
              <a:gd name="p0y7" fmla="*/ 1537 h 1537"/>
              <a:gd name="p0x8" fmla="*/ 5036 w 5186"/>
              <a:gd name="p0y8" fmla="*/ 1537 h 1537"/>
              <a:gd name="p0x9" fmla="*/ 150 w 5186"/>
              <a:gd name="p0y9" fmla="*/ 1537 h 1537"/>
              <a:gd name="p0x10" fmla="*/ 67 w 5186"/>
              <a:gd name="p0y10" fmla="*/ 1537 h 1537"/>
              <a:gd name="p0x11" fmla="*/ 0 w 5186"/>
              <a:gd name="p0y11" fmla="*/ 1470 h 1537"/>
              <a:gd name="p0x12" fmla="*/ 0 w 5186"/>
              <a:gd name="p0y12" fmla="*/ 1387 h 1537"/>
              <a:gd name="p0x13" fmla="*/ 0 w 5186"/>
              <a:gd name="p0y13" fmla="*/ 150 h 1537"/>
              <a:gd name="p0x14" fmla="*/ 0 w 5186"/>
              <a:gd name="p0y14" fmla="*/ 67 h 1537"/>
              <a:gd name="p0x15" fmla="*/ 67 w 5186"/>
              <a:gd name="p0y15" fmla="*/ 0 h 1537"/>
              <a:gd name="p0x16" fmla="*/ 150 w 5186"/>
              <a:gd name="p0y16" fmla="*/ 0 h 15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>
            <p:custDataLst>
              <p:tags r:id="rId55"/>
            </p:custDataLst>
          </p:nvPr>
        </p:nvSpPr>
        <p:spPr>
          <a:xfrm>
            <a:off x="8240395" y="23844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3125" r="-3125"/>
          <a:stretch>
            <a:fillRect/>
          </a:stretch>
        </p:blipFill>
        <p:spPr>
          <a:xfrm>
            <a:off x="8307070" y="2441575"/>
            <a:ext cx="133350" cy="15240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59"/>
            </p:custDataLst>
          </p:nvPr>
        </p:nvSpPr>
        <p:spPr>
          <a:xfrm>
            <a:off x="8583882" y="2384822"/>
            <a:ext cx="272221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高并发读与</a:t>
            </a:r>
            <a:r>
              <a:rPr lang="en-US" altLang="zh-CN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lang="zh-CN" altLang="en-US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栈解耦</a:t>
            </a:r>
            <a:endParaRPr lang="zh-CN" altLang="en-US"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0"/>
            </p:custDataLst>
          </p:nvPr>
        </p:nvSpPr>
        <p:spPr>
          <a:xfrm>
            <a:off x="8583882" y="2675334"/>
            <a:ext cx="2722217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静态资源直出绕过应用层，减轻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JVM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61"/>
            </p:custDataLst>
          </p:nvPr>
        </p:nvSpPr>
        <p:spPr>
          <a:xfrm>
            <a:off x="8126095" y="3707130"/>
            <a:ext cx="3293745" cy="976630"/>
          </a:xfrm>
          <a:custGeom>
            <a:avLst/>
            <a:gdLst>
              <a:gd name="sw" fmla="*/ 1 w 5186"/>
              <a:gd name="sh" fmla="*/ 1 h 1537"/>
              <a:gd name="mins" fmla="min sw sh"/>
              <a:gd name="dsw" fmla="+- 0 sw mins"/>
              <a:gd name="dsh" fmla="+- 0 sh mins"/>
              <a:gd name="p0x0" fmla="*/ 150 w 5186"/>
              <a:gd name="p0y0" fmla="*/ 0 h 1537"/>
              <a:gd name="p0x1" fmla="*/ 5036 w 5186"/>
              <a:gd name="p0y1" fmla="*/ 0 h 1537"/>
              <a:gd name="p0x2" fmla="*/ 5119 w 5186"/>
              <a:gd name="p0y2" fmla="*/ 0 h 1537"/>
              <a:gd name="p0x3" fmla="*/ 5186 w 5186"/>
              <a:gd name="p0y3" fmla="*/ 67 h 1537"/>
              <a:gd name="p0x4" fmla="*/ 5186 w 5186"/>
              <a:gd name="p0y4" fmla="*/ 150 h 1537"/>
              <a:gd name="p0x5" fmla="*/ 5186 w 5186"/>
              <a:gd name="p0y5" fmla="*/ 1387 h 1537"/>
              <a:gd name="p0x6" fmla="*/ 5186 w 5186"/>
              <a:gd name="p0y6" fmla="*/ 1470 h 1537"/>
              <a:gd name="p0x7" fmla="*/ 5119 w 5186"/>
              <a:gd name="p0y7" fmla="*/ 1537 h 1537"/>
              <a:gd name="p0x8" fmla="*/ 5036 w 5186"/>
              <a:gd name="p0y8" fmla="*/ 1537 h 1537"/>
              <a:gd name="p0x9" fmla="*/ 150 w 5186"/>
              <a:gd name="p0y9" fmla="*/ 1537 h 1537"/>
              <a:gd name="p0x10" fmla="*/ 67 w 5186"/>
              <a:gd name="p0y10" fmla="*/ 1537 h 1537"/>
              <a:gd name="p0x11" fmla="*/ 0 w 5186"/>
              <a:gd name="p0y11" fmla="*/ 1470 h 1537"/>
              <a:gd name="p0x12" fmla="*/ 0 w 5186"/>
              <a:gd name="p0y12" fmla="*/ 1387 h 1537"/>
              <a:gd name="p0x13" fmla="*/ 0 w 5186"/>
              <a:gd name="p0y13" fmla="*/ 150 h 1537"/>
              <a:gd name="p0x14" fmla="*/ 0 w 5186"/>
              <a:gd name="p0y14" fmla="*/ 67 h 1537"/>
              <a:gd name="p0x15" fmla="*/ 67 w 5186"/>
              <a:gd name="p0y15" fmla="*/ 0 h 1537"/>
              <a:gd name="p0x16" fmla="*/ 150 w 5186"/>
              <a:gd name="p0y16" fmla="*/ 0 h 15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62"/>
            </p:custDataLst>
          </p:nvPr>
        </p:nvSpPr>
        <p:spPr>
          <a:xfrm>
            <a:off x="8240395" y="3821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>
            <a:fillRect/>
          </a:stretch>
        </p:blipFill>
        <p:spPr>
          <a:xfrm>
            <a:off x="8316595" y="3878580"/>
            <a:ext cx="11430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66"/>
            </p:custDataLst>
          </p:nvPr>
        </p:nvSpPr>
        <p:spPr>
          <a:xfrm>
            <a:off x="8583882" y="3821906"/>
            <a:ext cx="272221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高效静态文件服务能力</a:t>
            </a:r>
            <a:endParaRPr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67"/>
            </p:custDataLst>
          </p:nvPr>
        </p:nvSpPr>
        <p:spPr>
          <a:xfrm>
            <a:off x="8583882" y="4112419"/>
            <a:ext cx="2722217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原生支持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gzip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、缓存头、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CDN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68"/>
            </p:custDataLst>
          </p:nvPr>
        </p:nvSpPr>
        <p:spPr>
          <a:xfrm>
            <a:off x="8126095" y="5144135"/>
            <a:ext cx="3293745" cy="748030"/>
          </a:xfrm>
          <a:custGeom>
            <a:avLst/>
            <a:gdLst>
              <a:gd name="sw" fmla="*/ 1 w 5186"/>
              <a:gd name="sh" fmla="*/ 1 h 1177"/>
              <a:gd name="mins" fmla="min sw sh"/>
              <a:gd name="dsw" fmla="+- 0 sw mins"/>
              <a:gd name="dsh" fmla="+- 0 sh mins"/>
              <a:gd name="p0x0" fmla="*/ 150 w 5186"/>
              <a:gd name="p0y0" fmla="*/ 0 h 1177"/>
              <a:gd name="p0x1" fmla="*/ 5036 w 5186"/>
              <a:gd name="p0y1" fmla="*/ 0 h 1177"/>
              <a:gd name="p0x2" fmla="*/ 5119 w 5186"/>
              <a:gd name="p0y2" fmla="*/ 0 h 1177"/>
              <a:gd name="p0x3" fmla="*/ 5186 w 5186"/>
              <a:gd name="p0y3" fmla="*/ 67 h 1177"/>
              <a:gd name="p0x4" fmla="*/ 5186 w 5186"/>
              <a:gd name="p0y4" fmla="*/ 150 h 1177"/>
              <a:gd name="p0x5" fmla="*/ 5186 w 5186"/>
              <a:gd name="p0y5" fmla="*/ 1027 h 1177"/>
              <a:gd name="p0x6" fmla="*/ 5186 w 5186"/>
              <a:gd name="p0y6" fmla="*/ 1110 h 1177"/>
              <a:gd name="p0x7" fmla="*/ 5119 w 5186"/>
              <a:gd name="p0y7" fmla="*/ 1177 h 1177"/>
              <a:gd name="p0x8" fmla="*/ 5036 w 5186"/>
              <a:gd name="p0y8" fmla="*/ 1177 h 1177"/>
              <a:gd name="p0x9" fmla="*/ 150 w 5186"/>
              <a:gd name="p0y9" fmla="*/ 1177 h 1177"/>
              <a:gd name="p0x10" fmla="*/ 67 w 5186"/>
              <a:gd name="p0y10" fmla="*/ 1177 h 1177"/>
              <a:gd name="p0x11" fmla="*/ 0 w 5186"/>
              <a:gd name="p0y11" fmla="*/ 1110 h 1177"/>
              <a:gd name="p0x12" fmla="*/ 0 w 5186"/>
              <a:gd name="p0y12" fmla="*/ 1027 h 1177"/>
              <a:gd name="p0x13" fmla="*/ 0 w 5186"/>
              <a:gd name="p0y13" fmla="*/ 150 h 1177"/>
              <a:gd name="p0x14" fmla="*/ 0 w 5186"/>
              <a:gd name="p0y14" fmla="*/ 67 h 1177"/>
              <a:gd name="p0x15" fmla="*/ 67 w 5186"/>
              <a:gd name="p0y15" fmla="*/ 0 h 1177"/>
              <a:gd name="p0x16" fmla="*/ 150 w 5186"/>
              <a:gd name="p0y16" fmla="*/ 0 h 117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>
            <p:custDataLst>
              <p:tags r:id="rId69"/>
            </p:custDataLst>
          </p:nvPr>
        </p:nvSpPr>
        <p:spPr>
          <a:xfrm>
            <a:off x="8240395" y="52584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t="-7143" b="-7143"/>
          <a:stretch>
            <a:fillRect/>
          </a:stretch>
        </p:blipFill>
        <p:spPr>
          <a:xfrm>
            <a:off x="8297545" y="5315585"/>
            <a:ext cx="152400" cy="152400"/>
          </a:xfrm>
          <a:prstGeom prst="rect">
            <a:avLst/>
          </a:prstGeom>
        </p:spPr>
      </p:pic>
      <p:sp>
        <p:nvSpPr>
          <p:cNvPr id="78" name="文本框 77"/>
          <p:cNvSpPr txBox="1"/>
          <p:nvPr>
            <p:custDataLst>
              <p:tags r:id="rId73"/>
            </p:custDataLst>
          </p:nvPr>
        </p:nvSpPr>
        <p:spPr>
          <a:xfrm>
            <a:off x="8583882" y="5258991"/>
            <a:ext cx="267793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</a:t>
            </a:r>
            <a:r>
              <a:rPr lang="en-US" altLang="zh-CN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Mongo</a:t>
            </a:r>
            <a:r>
              <a:rPr lang="zh-CN" altLang="en-US"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</a:t>
            </a:r>
            <a:endParaRPr lang="zh-CN" altLang="en-US"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74"/>
            </p:custDataLst>
          </p:nvPr>
        </p:nvSpPr>
        <p:spPr>
          <a:xfrm>
            <a:off x="8583882" y="5549503"/>
            <a:ext cx="284938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r>
              <a:rPr 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缓存热点数据，减少下游调用</a:t>
            </a:r>
            <a:endParaRPr 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5" name="组合 44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Redis 缓存与数据库控制方案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873125" y="1169035"/>
            <a:ext cx="1926590" cy="633095"/>
          </a:xfrm>
          <a:custGeom>
            <a:avLst/>
            <a:gdLst>
              <a:gd name="sw" fmla="*/ 1 w 2638"/>
              <a:gd name="sh" fmla="*/ 1 h 997"/>
              <a:gd name="mins" fmla="min sw sh"/>
              <a:gd name="dsw" fmla="+- 0 sw mins"/>
              <a:gd name="dsh" fmla="+- 0 sh mins"/>
              <a:gd name="p0x0" fmla="*/ 498 w 2638"/>
              <a:gd name="p0y0" fmla="*/ 0 h 997"/>
              <a:gd name="p0x1" fmla="*/ 2139 w 2638"/>
              <a:gd name="p0y1" fmla="*/ 0 h 997"/>
              <a:gd name="p0x2" fmla="*/ 2415 w 2638"/>
              <a:gd name="p0y2" fmla="*/ 0 h 997"/>
              <a:gd name="p0x3" fmla="*/ 2638 w 2638"/>
              <a:gd name="p0y3" fmla="*/ 223 h 997"/>
              <a:gd name="p0x4" fmla="*/ 2638 w 2638"/>
              <a:gd name="p0y4" fmla="*/ 498 h 997"/>
              <a:gd name="p0x5" fmla="*/ 2638 w 2638"/>
              <a:gd name="p0y5" fmla="*/ 774 h 997"/>
              <a:gd name="p0x6" fmla="*/ 2415 w 2638"/>
              <a:gd name="p0y6" fmla="*/ 997 h 997"/>
              <a:gd name="p0x7" fmla="*/ 2139 w 2638"/>
              <a:gd name="p0y7" fmla="*/ 997 h 997"/>
              <a:gd name="p0x8" fmla="*/ 498 w 2638"/>
              <a:gd name="p0y8" fmla="*/ 997 h 997"/>
              <a:gd name="p0x9" fmla="*/ 223 w 2638"/>
              <a:gd name="p0y9" fmla="*/ 997 h 997"/>
              <a:gd name="p0x10" fmla="*/ 0 w 2638"/>
              <a:gd name="p0y10" fmla="*/ 774 h 997"/>
              <a:gd name="p0x11" fmla="*/ 0 w 2638"/>
              <a:gd name="p0y11" fmla="*/ 498 h 997"/>
              <a:gd name="p0x12" fmla="*/ 0 w 2638"/>
              <a:gd name="p0y12" fmla="*/ 223 h 997"/>
              <a:gd name="p0x13" fmla="*/ 223 w 2638"/>
              <a:gd name="p0y13" fmla="*/ 0 h 997"/>
              <a:gd name="p0x14" fmla="*/ 498 w 2638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071880" y="1283335"/>
            <a:ext cx="1156970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sz="24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961855" y="143589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快速响应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3467100" y="1169035"/>
            <a:ext cx="1847215" cy="633095"/>
          </a:xfrm>
          <a:custGeom>
            <a:avLst/>
            <a:gdLst>
              <a:gd name="sw" fmla="*/ 1 w 2908"/>
              <a:gd name="sh" fmla="*/ 1 h 997"/>
              <a:gd name="mins" fmla="min sw sh"/>
              <a:gd name="dsw" fmla="+- 0 sw mins"/>
              <a:gd name="dsh" fmla="+- 0 sh mins"/>
              <a:gd name="p0x0" fmla="*/ 498 w 2908"/>
              <a:gd name="p0y0" fmla="*/ 0 h 997"/>
              <a:gd name="p0x1" fmla="*/ 2410 w 2908"/>
              <a:gd name="p0y1" fmla="*/ 0 h 997"/>
              <a:gd name="p0x2" fmla="*/ 2685 w 2908"/>
              <a:gd name="p0y2" fmla="*/ 0 h 997"/>
              <a:gd name="p0x3" fmla="*/ 2908 w 2908"/>
              <a:gd name="p0y3" fmla="*/ 223 h 997"/>
              <a:gd name="p0x4" fmla="*/ 2908 w 2908"/>
              <a:gd name="p0y4" fmla="*/ 498 h 997"/>
              <a:gd name="p0x5" fmla="*/ 2908 w 2908"/>
              <a:gd name="p0y5" fmla="*/ 774 h 997"/>
              <a:gd name="p0x6" fmla="*/ 2685 w 2908"/>
              <a:gd name="p0y6" fmla="*/ 997 h 997"/>
              <a:gd name="p0x7" fmla="*/ 2410 w 2908"/>
              <a:gd name="p0y7" fmla="*/ 997 h 997"/>
              <a:gd name="p0x8" fmla="*/ 498 w 2908"/>
              <a:gd name="p0y8" fmla="*/ 997 h 997"/>
              <a:gd name="p0x9" fmla="*/ 223 w 2908"/>
              <a:gd name="p0y9" fmla="*/ 997 h 997"/>
              <a:gd name="p0x10" fmla="*/ 0 w 2908"/>
              <a:gd name="p0y10" fmla="*/ 774 h 997"/>
              <a:gd name="p0x11" fmla="*/ 0 w 2908"/>
              <a:gd name="p0y11" fmla="*/ 498 h 997"/>
              <a:gd name="p0x12" fmla="*/ 0 w 2908"/>
              <a:gd name="p0y12" fmla="*/ 223 h 997"/>
              <a:gd name="p0x13" fmla="*/ 223 w 2908"/>
              <a:gd name="p0y13" fmla="*/ 0 h 997"/>
              <a:gd name="p0x14" fmla="*/ 498 w 2908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696071" y="1283494"/>
            <a:ext cx="1046931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10 秒</a:t>
            </a:r>
            <a:endParaRPr sz="135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4476302" y="143589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定时落库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6271260" y="1169035"/>
            <a:ext cx="2007235" cy="633095"/>
          </a:xfrm>
          <a:custGeom>
            <a:avLst/>
            <a:gdLst>
              <a:gd name="sw" fmla="*/ 1 w 3616"/>
              <a:gd name="sh" fmla="*/ 1 h 997"/>
              <a:gd name="mins" fmla="min sw sh"/>
              <a:gd name="dsw" fmla="+- 0 sw mins"/>
              <a:gd name="dsh" fmla="+- 0 sh mins"/>
              <a:gd name="p0x0" fmla="*/ 498 w 3616"/>
              <a:gd name="p0y0" fmla="*/ 0 h 997"/>
              <a:gd name="p0x1" fmla="*/ 3118 w 3616"/>
              <a:gd name="p0y1" fmla="*/ 0 h 997"/>
              <a:gd name="p0x2" fmla="*/ 3393 w 3616"/>
              <a:gd name="p0y2" fmla="*/ 0 h 997"/>
              <a:gd name="p0x3" fmla="*/ 3616 w 3616"/>
              <a:gd name="p0y3" fmla="*/ 223 h 997"/>
              <a:gd name="p0x4" fmla="*/ 3616 w 3616"/>
              <a:gd name="p0y4" fmla="*/ 498 h 997"/>
              <a:gd name="p0x5" fmla="*/ 3616 w 3616"/>
              <a:gd name="p0y5" fmla="*/ 774 h 997"/>
              <a:gd name="p0x6" fmla="*/ 3393 w 3616"/>
              <a:gd name="p0y6" fmla="*/ 997 h 997"/>
              <a:gd name="p0x7" fmla="*/ 3118 w 3616"/>
              <a:gd name="p0y7" fmla="*/ 997 h 997"/>
              <a:gd name="p0x8" fmla="*/ 498 w 3616"/>
              <a:gd name="p0y8" fmla="*/ 997 h 997"/>
              <a:gd name="p0x9" fmla="*/ 223 w 3616"/>
              <a:gd name="p0y9" fmla="*/ 997 h 997"/>
              <a:gd name="p0x10" fmla="*/ 0 w 3616"/>
              <a:gd name="p0y10" fmla="*/ 774 h 997"/>
              <a:gd name="p0x11" fmla="*/ 0 w 3616"/>
              <a:gd name="p0y11" fmla="*/ 498 h 997"/>
              <a:gd name="p0x12" fmla="*/ 0 w 3616"/>
              <a:gd name="p0y12" fmla="*/ 223 h 997"/>
              <a:gd name="p0x13" fmla="*/ 223 w 3616"/>
              <a:gd name="p0y13" fmla="*/ 0 h 997"/>
              <a:gd name="p0x14" fmla="*/ 498 w 3616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464935" y="1283335"/>
            <a:ext cx="1256665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5 分钟</a:t>
            </a:r>
            <a:endParaRPr sz="135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455018" y="1435894"/>
            <a:ext cx="7474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计数校准</a:t>
            </a:r>
            <a:endParaRPr lang="zh-CN"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9432925" y="1169035"/>
            <a:ext cx="1781810" cy="633095"/>
          </a:xfrm>
          <a:custGeom>
            <a:avLst/>
            <a:gdLst>
              <a:gd name="sw" fmla="*/ 1 w 3340"/>
              <a:gd name="sh" fmla="*/ 1 h 997"/>
              <a:gd name="mins" fmla="min sw sh"/>
              <a:gd name="dsw" fmla="+- 0 sw mins"/>
              <a:gd name="dsh" fmla="+- 0 sh mins"/>
              <a:gd name="p0x0" fmla="*/ 498 w 3340"/>
              <a:gd name="p0y0" fmla="*/ 0 h 997"/>
              <a:gd name="p0x1" fmla="*/ 2841 w 3340"/>
              <a:gd name="p0y1" fmla="*/ 0 h 997"/>
              <a:gd name="p0x2" fmla="*/ 3117 w 3340"/>
              <a:gd name="p0y2" fmla="*/ 0 h 997"/>
              <a:gd name="p0x3" fmla="*/ 3340 w 3340"/>
              <a:gd name="p0y3" fmla="*/ 223 h 997"/>
              <a:gd name="p0x4" fmla="*/ 3340 w 3340"/>
              <a:gd name="p0y4" fmla="*/ 498 h 997"/>
              <a:gd name="p0x5" fmla="*/ 3340 w 3340"/>
              <a:gd name="p0y5" fmla="*/ 774 h 997"/>
              <a:gd name="p0x6" fmla="*/ 3117 w 3340"/>
              <a:gd name="p0y6" fmla="*/ 997 h 997"/>
              <a:gd name="p0x7" fmla="*/ 2841 w 3340"/>
              <a:gd name="p0y7" fmla="*/ 997 h 997"/>
              <a:gd name="p0x8" fmla="*/ 498 w 3340"/>
              <a:gd name="p0y8" fmla="*/ 997 h 997"/>
              <a:gd name="p0x9" fmla="*/ 223 w 3340"/>
              <a:gd name="p0y9" fmla="*/ 997 h 997"/>
              <a:gd name="p0x10" fmla="*/ 0 w 3340"/>
              <a:gd name="p0y10" fmla="*/ 774 h 997"/>
              <a:gd name="p0x11" fmla="*/ 0 w 3340"/>
              <a:gd name="p0y11" fmla="*/ 498 h 997"/>
              <a:gd name="p0x12" fmla="*/ 0 w 3340"/>
              <a:gd name="p0y12" fmla="*/ 223 h 997"/>
              <a:gd name="p0x13" fmla="*/ 223 w 3340"/>
              <a:gd name="p0y13" fmla="*/ 0 h 997"/>
              <a:gd name="p0x14" fmla="*/ 498 w 3340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9653905" y="1283335"/>
            <a:ext cx="841375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0%</a:t>
            </a:r>
            <a:endParaRPr sz="135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10228888" y="143589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测试错误率</a:t>
            </a:r>
            <a:endParaRPr sz="12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575945" y="1985645"/>
            <a:ext cx="11039475" cy="4486275"/>
          </a:xfrm>
          <a:custGeom>
            <a:avLst/>
            <a:gdLst>
              <a:gd name="sw" fmla="*/ 1 w 17385"/>
              <a:gd name="sh" fmla="*/ 1 h 7065"/>
              <a:gd name="mins" fmla="min sw sh"/>
              <a:gd name="dsw" fmla="+- 0 sw mins"/>
              <a:gd name="dsh" fmla="+- 0 sh mins"/>
              <a:gd name="p0x0" fmla="*/ 150 w 17385"/>
              <a:gd name="p0y0" fmla="*/ 0 h 7065"/>
              <a:gd name="p0x1" fmla="*/ 17235 w 17385"/>
              <a:gd name="p0y1" fmla="*/ 0 h 7065"/>
              <a:gd name="p0x2" fmla="*/ 17317 w 17385"/>
              <a:gd name="p0y2" fmla="*/ 0 h 7065"/>
              <a:gd name="p0x3" fmla="*/ 17385 w 17385"/>
              <a:gd name="p0y3" fmla="*/ 67 h 7065"/>
              <a:gd name="p0x4" fmla="*/ 17385 w 17385"/>
              <a:gd name="p0y4" fmla="*/ 150 h 7065"/>
              <a:gd name="p0x5" fmla="*/ 17385 w 17385"/>
              <a:gd name="p0y5" fmla="*/ 6915 h 7065"/>
              <a:gd name="p0x6" fmla="*/ 17385 w 17385"/>
              <a:gd name="p0y6" fmla="*/ 6997 h 7065"/>
              <a:gd name="p0x7" fmla="*/ 17317 w 17385"/>
              <a:gd name="p0y7" fmla="*/ 7065 h 7065"/>
              <a:gd name="p0x8" fmla="*/ 17235 w 17385"/>
              <a:gd name="p0y8" fmla="*/ 7065 h 7065"/>
              <a:gd name="p0x9" fmla="*/ 150 w 17385"/>
              <a:gd name="p0y9" fmla="*/ 7065 h 7065"/>
              <a:gd name="p0x10" fmla="*/ 67 w 17385"/>
              <a:gd name="p0y10" fmla="*/ 7065 h 7065"/>
              <a:gd name="p0x11" fmla="*/ 0 w 17385"/>
              <a:gd name="p0y11" fmla="*/ 6997 h 7065"/>
              <a:gd name="p0x12" fmla="*/ 0 w 17385"/>
              <a:gd name="p0y12" fmla="*/ 6915 h 7065"/>
              <a:gd name="p0x13" fmla="*/ 0 w 17385"/>
              <a:gd name="p0y13" fmla="*/ 150 h 7065"/>
              <a:gd name="p0x14" fmla="*/ 0 w 17385"/>
              <a:gd name="p0y14" fmla="*/ 67 h 7065"/>
              <a:gd name="p0x15" fmla="*/ 67 w 17385"/>
              <a:gd name="p0y15" fmla="*/ 0 h 7065"/>
              <a:gd name="p0x16" fmla="*/ 150 w 17385"/>
              <a:gd name="p0y16" fmla="*/ 0 h 7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771525" y="2181225"/>
            <a:ext cx="10648950" cy="528320"/>
          </a:xfrm>
          <a:prstGeom prst="rect">
            <a:avLst/>
          </a:prstGeom>
          <a:solidFill>
            <a:srgbClr val="FF8A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923925" y="2295525"/>
            <a:ext cx="235743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3586163" y="2295525"/>
            <a:ext cx="76819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实现方式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771525" y="2709545"/>
            <a:ext cx="10648950" cy="509905"/>
          </a:xfrm>
          <a:prstGeom prst="rect">
            <a:avLst/>
          </a:pr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923925" y="2838450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状态缓存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3586163" y="2808475"/>
            <a:ext cx="617535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state:{targetId} 使用 Hash 保存 userId → true/false，判断用户是否已点赞</a:t>
            </a:r>
            <a:endParaRPr sz="1415" b="1" spc="-14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771525" y="3219450"/>
            <a:ext cx="10648950" cy="509270"/>
          </a:xfrm>
          <a:prstGeom prst="rect">
            <a:avLst/>
          </a:prstGeom>
          <a:solidFill>
            <a:srgbClr val="FEFDFD">
              <a:alpha val="9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923925" y="3348038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计数缓存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3586163" y="3318062"/>
            <a:ext cx="768191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count:{targetId} 保存点赞数，展示时优先从 Redis 读取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771525" y="3728720"/>
            <a:ext cx="10648950" cy="509905"/>
          </a:xfrm>
          <a:prstGeom prst="rect">
            <a:avLst/>
          </a:pr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923925" y="3857625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脏数据记录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3586163" y="3827650"/>
            <a:ext cx="768191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415" b="1" spc="-14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dirty 保存 targetId:userId 的最终状态，接口写完 Redis 即返回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29"/>
            </p:custDataLst>
          </p:nvPr>
        </p:nvSpPr>
        <p:spPr>
          <a:xfrm>
            <a:off x="771525" y="4238625"/>
            <a:ext cx="10648950" cy="509270"/>
          </a:xfrm>
          <a:prstGeom prst="rect">
            <a:avLst/>
          </a:prstGeom>
          <a:solidFill>
            <a:srgbClr val="FEFDFD">
              <a:alpha val="9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923925" y="4367213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异步落库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3586480" y="4337050"/>
            <a:ext cx="6270625" cy="309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LikeFlushWorker 每 10 秒扫描 dirty，调用 Repository upsert 到 MySQL</a:t>
            </a:r>
            <a:endParaRPr sz="1415" b="1" spc="-14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>
            <p:custDataLst>
              <p:tags r:id="rId32"/>
            </p:custDataLst>
          </p:nvPr>
        </p:nvSpPr>
        <p:spPr>
          <a:xfrm>
            <a:off x="771525" y="4747895"/>
            <a:ext cx="10648950" cy="509905"/>
          </a:xfrm>
          <a:prstGeom prst="rect">
            <a:avLst/>
          </a:pr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923925" y="4876800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</a:rPr>
              <a:t>并发控制</a:t>
            </a:r>
            <a:endParaRPr sz="1500" b="1">
              <a:solidFill>
                <a:srgbClr val="3A7A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3586163" y="4846825"/>
            <a:ext cx="768191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Redisson 锁 like_toggle:{type}:{targetId}:{userId} 控制同一用户同一对象状态切换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>
            <p:custDataLst>
              <p:tags r:id="rId35"/>
            </p:custDataLst>
          </p:nvPr>
        </p:nvSpPr>
        <p:spPr>
          <a:xfrm>
            <a:off x="771525" y="5257800"/>
            <a:ext cx="10648950" cy="509270"/>
          </a:xfrm>
          <a:prstGeom prst="rect">
            <a:avLst/>
          </a:prstGeom>
          <a:solidFill>
            <a:srgbClr val="FEFDFD">
              <a:alpha val="9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923925" y="5386388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</a:rPr>
              <a:t>失败处理</a:t>
            </a:r>
            <a:endParaRPr sz="1500" b="1">
              <a:solidFill>
                <a:srgbClr val="3A7A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7"/>
            </p:custDataLst>
          </p:nvPr>
        </p:nvSpPr>
        <p:spPr>
          <a:xfrm>
            <a:off x="3586163" y="5356412"/>
            <a:ext cx="768191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415" b="1" spc="-14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落库失败写 retry，超过 3 次进入 dlq，避免异常数据阻塞同步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38"/>
            </p:custDataLst>
          </p:nvPr>
        </p:nvSpPr>
        <p:spPr>
          <a:xfrm>
            <a:off x="771525" y="5767070"/>
            <a:ext cx="10648950" cy="509905"/>
          </a:xfrm>
          <a:prstGeom prst="rect">
            <a:avLst/>
          </a:pr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9"/>
            </p:custDataLst>
          </p:nvPr>
        </p:nvSpPr>
        <p:spPr>
          <a:xfrm>
            <a:off x="923925" y="5895975"/>
            <a:ext cx="23574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</a:rPr>
              <a:t>计数校准</a:t>
            </a:r>
            <a:endParaRPr sz="1500" b="1">
              <a:solidFill>
                <a:srgbClr val="3A7A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0"/>
            </p:custDataLst>
          </p:nvPr>
        </p:nvSpPr>
        <p:spPr>
          <a:xfrm>
            <a:off x="3586480" y="5866130"/>
            <a:ext cx="5946140" cy="309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recent 记录近期变化对象，定时比对 Redis 与 MySQL 的真实计数</a:t>
            </a:r>
            <a:endParaRPr lang="en-US" altLang="zh-CN" sz="1415" b="1" spc="-14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350" y="1033145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技术方案：主从库 + 任务表 + ES Sync Worker</a:t>
            </a:r>
            <a:endParaRPr sz="220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256032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FF7E31"/>
                </a:solidFill>
                <a:latin typeface="Noto Sans CJK SC"/>
              </a:rPr>
              <a:t>可靠异步同步链路</a:t>
            </a:r>
            <a:endParaRPr sz="1500" b="1">
              <a:solidFill>
                <a:srgbClr val="FF7E31"/>
              </a:solidFill>
              <a:latin typeface="Noto Sans CJK SC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240280" y="1874519"/>
            <a:ext cx="347472" cy="0"/>
          </a:xfrm>
          <a:prstGeom prst="line">
            <a:avLst/>
          </a:prstGeom>
          <a:ln w="22860">
            <a:solidFill>
              <a:srgbClr val="FF7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17720" y="1874519"/>
            <a:ext cx="438912" cy="0"/>
          </a:xfrm>
          <a:prstGeom prst="line">
            <a:avLst/>
          </a:prstGeom>
          <a:ln w="22860">
            <a:solidFill>
              <a:srgbClr val="FF7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1874519"/>
            <a:ext cx="301752" cy="0"/>
          </a:xfrm>
          <a:prstGeom prst="line">
            <a:avLst/>
          </a:prstGeom>
          <a:ln w="22860">
            <a:solidFill>
              <a:srgbClr val="FF7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1874519"/>
            <a:ext cx="484632" cy="0"/>
          </a:xfrm>
          <a:prstGeom prst="line">
            <a:avLst/>
          </a:prstGeom>
          <a:ln w="22860">
            <a:solidFill>
              <a:srgbClr val="FF7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1508760"/>
            <a:ext cx="1691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Noto Sans CJK SC"/>
              </a:rPr>
              <a:t>用户写请求
创建/更新/审核/删除</a:t>
            </a:r>
            <a:endParaRPr sz="105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97480" y="1508760"/>
            <a:ext cx="1874519" cy="749808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主库事务提交
Article + Label + Task</a:t>
            </a:r>
            <a:endParaRPr sz="105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66360" y="1508760"/>
            <a:ext cx="17373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</a:rPr>
              <a:t>Binlog Replication
ROW + GTID</a:t>
            </a:r>
            <a:endParaRPr sz="105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60920" y="1508760"/>
            <a:ext cx="1828800" cy="749808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从库 Replica
任务轮询/只读回源</a:t>
            </a:r>
            <a:endParaRPr sz="105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29800" y="1508760"/>
            <a:ext cx="1600200" cy="749808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 Sync Worker
索引落地</a:t>
            </a:r>
            <a:endParaRPr sz="105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0625328" y="2331720"/>
            <a:ext cx="0" cy="731520"/>
          </a:xfrm>
          <a:prstGeom prst="line">
            <a:avLst/>
          </a:prstGeom>
          <a:ln w="21590">
            <a:solidFill>
              <a:srgbClr val="2F7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46920" y="3127248"/>
            <a:ext cx="1965960" cy="676656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8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Elasticsearch
bbs_article 索引</a:t>
            </a:r>
            <a:endParaRPr sz="108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8257031" y="2331720"/>
            <a:ext cx="0" cy="667512"/>
          </a:xfrm>
          <a:prstGeom prst="line">
            <a:avLst/>
          </a:prstGeom>
          <a:ln w="17780">
            <a:solidFill>
              <a:srgbClr val="2F7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3127248"/>
            <a:ext cx="234086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>
                <a:solidFill>
                  <a:srgbClr val="0E3454"/>
                </a:solidFill>
                <a:latin typeface="Noto Sans CJK SC"/>
              </a:rPr>
              <a:t>回源构建文档
文章/标签/正文/作者</a:t>
            </a:r>
            <a:endParaRPr sz="105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425196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435254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事务性产任务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8952" y="4654296"/>
            <a:ext cx="3063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业务数据变更与 article_search_sync_task 写入纳入同一主库事务，保证 Atomicity。</a:t>
            </a:r>
            <a:endParaRPr sz="104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425196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5424" y="435254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从库承接后台读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53712" y="4654296"/>
            <a:ext cx="3063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任务轮询、索引构建回源、DB/ES 对账主要读取 Replica，降低主库压力。</a:t>
            </a:r>
            <a:endParaRPr sz="104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83880" y="425196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0184" y="435254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Worker 统一消费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48472" y="4654296"/>
            <a:ext cx="3063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通过任务状态机、幂等 upsert/delete、retry_count 与 last_error 实现可靠异步。</a:t>
            </a:r>
            <a:endParaRPr sz="104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" y="5833872"/>
            <a:ext cx="11018520" cy="384048"/>
          </a:xfrm>
          <a:prstGeom prst="round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架构收益：在线写入只产生“待同步事实”，ES更新从主业务链路解耦，支持分布式Worker扩展、失败重试与最终一致收敛。</a:t>
            </a:r>
            <a:endParaRPr sz="12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Noto Sans CJK SC"/>
              </a:rPr>
              <a:t>关键设计：主从职责、任务状态与一致性保障</a:t>
            </a:r>
            <a:endParaRPr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914400"/>
            <a:ext cx="3566160" cy="1874519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94944" y="1014984"/>
            <a:ext cx="32735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主库 Primary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13232" y="1353312"/>
            <a:ext cx="3246120" cy="78168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主库承担 article、article_label、article_search_sync_task 写入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开启 ROW-based binlog 与 GTID replication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业务事务与任务记录同提交，不直接写 ES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343400" y="914400"/>
            <a:ext cx="3566160" cy="1874519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489704" y="1014984"/>
            <a:ext cx="32735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从库 Replica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507992" y="1353312"/>
            <a:ext cx="3246120" cy="61404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接收主库 binlog，提供任务轮询与回源查询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 DB/ES 对账、索引重建等后台读负载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通过复制延迟监控控制一致性窗口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138160" y="914400"/>
            <a:ext cx="347472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8284464" y="1014984"/>
            <a:ext cx="31821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</a:rPr>
              <a:t>ES Sync Worker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302752" y="1353312"/>
            <a:ext cx="3154679" cy="78168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 PENDING 任务，抢占后置为 RUNNING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 ES 文档并执行 upsert/delete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9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成功置 SUCCESS，失败更新 retry_count/last_error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" y="3154680"/>
          <a:ext cx="1101851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643"/>
                <a:gridCol w="6255305"/>
                <a:gridCol w="304157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设计点</a:t>
                      </a:r>
                      <a:endParaRPr sz="94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实现方法</a:t>
                      </a:r>
                      <a:endParaRPr sz="94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专业术语</a:t>
                      </a:r>
                      <a:endParaRPr sz="94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任务持久化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 article_search_sync_task 表，记录 articleId、opType、status、retryCount、lastError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Outbox / Task Table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并发消费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多个 Worker 通过状态抢占任务，消费端保证重复执行结果一致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Idempotency / Locking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失败重试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按重试次数与下次执行时间调度，超过阈值进入失败终态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Retry Policy / Dead Letter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主从延迟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允许短时延迟，监控复制落后指标；必要时关键任务回退主库读取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Replication Lag / GTID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最终一致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定时进行 DB/ES 抽样或全量校验，并对差异重新投递任务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Reconciliation / Compensation</a:t>
                      </a:r>
                      <a:endParaRPr sz="94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31520" y="5870448"/>
            <a:ext cx="10607040" cy="384048"/>
          </a:xfrm>
          <a:prstGeom prst="round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一致性目标：搜索索引不参与在线强事务，但通过任务持久化、重试、失败终态与对账补偿实现可验证的 Eventual Consistency。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" name="组合 83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雪花</a:t>
            </a:r>
            <a:r>
              <a:rPr lang="en-US" altLang="zh-CN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4"/>
            </p:custDataLst>
          </p:nvPr>
        </p:nvSpPr>
        <p:spPr>
          <a:xfrm>
            <a:off x="203835" y="6200775"/>
            <a:ext cx="2546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4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  <a:ea typeface="微软雅黑" panose="020B0503020204020204" charset="-122"/>
              </a:rPr>
              <a:t>ZZD</a:t>
            </a:r>
            <a:endParaRPr lang="en-US" sz="4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857250"/>
            <a:ext cx="7924800" cy="137160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533400" y="2309495"/>
            <a:ext cx="7924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时钟回拨保护：若检测到系统时间回拨，直接抛出异常</a:t>
            </a:r>
            <a:endParaRPr lang="zh-CN" altLang="en-US" sz="2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71500" y="2975610"/>
            <a:ext cx="992378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获取时间戳：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timestamp = id &gt;&gt; 22</a:t>
            </a:r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再与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epoch </a:t>
            </a:r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相加得到实际生成时间。</a:t>
            </a:r>
            <a:b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获取工作机器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ID</a:t>
            </a:r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workerId = (id &gt;&gt; 12) &amp; 0x3FF</a:t>
            </a:r>
            <a:endParaRPr lang="zh-CN" altLang="en-US" sz="2400" b="1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b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获取序列号：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sequence = id &amp; 0xFFF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33400" y="5461635"/>
            <a:ext cx="7924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唯一</a:t>
            </a:r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 + </a:t>
            </a:r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逆向分析</a:t>
            </a:r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</a:t>
            </a:r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信息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" name="组合 83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APIKey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857250"/>
            <a:ext cx="11610975" cy="334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t="15201" r="37203" b="3972"/>
          <a:stretch>
            <a:fillRect/>
          </a:stretch>
        </p:blipFill>
        <p:spPr>
          <a:xfrm>
            <a:off x="290830" y="4200525"/>
            <a:ext cx="7291705" cy="217106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582535" y="4427220"/>
            <a:ext cx="383032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APIKey</a:t>
            </a:r>
            <a:b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调用确认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测试评估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测试环境与方案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156585" cy="1654175"/>
          </a:xfrm>
          <a:custGeom>
            <a:avLst/>
            <a:gdLst>
              <a:gd name="sw" fmla="*/ 1 w 4970"/>
              <a:gd name="sh" fmla="*/ 1 h 2604"/>
              <a:gd name="mins" fmla="min sw sh"/>
              <a:gd name="dsw" fmla="+- 0 sw mins"/>
              <a:gd name="dsh" fmla="+- 0 sh mins"/>
              <a:gd name="p0x0" fmla="*/ 150 w 4970"/>
              <a:gd name="p0y0" fmla="*/ 0 h 2604"/>
              <a:gd name="p0x1" fmla="*/ 4820 w 4970"/>
              <a:gd name="p0y1" fmla="*/ 0 h 2604"/>
              <a:gd name="p0x2" fmla="*/ 4903 w 4970"/>
              <a:gd name="p0y2" fmla="*/ 0 h 2604"/>
              <a:gd name="p0x3" fmla="*/ 4970 w 4970"/>
              <a:gd name="p0y3" fmla="*/ 67 h 2604"/>
              <a:gd name="p0x4" fmla="*/ 4970 w 4970"/>
              <a:gd name="p0y4" fmla="*/ 150 h 2604"/>
              <a:gd name="p0x5" fmla="*/ 4970 w 4970"/>
              <a:gd name="p0y5" fmla="*/ 2454 h 2604"/>
              <a:gd name="p0x6" fmla="*/ 4970 w 4970"/>
              <a:gd name="p0y6" fmla="*/ 2537 h 2604"/>
              <a:gd name="p0x7" fmla="*/ 4903 w 4970"/>
              <a:gd name="p0y7" fmla="*/ 2604 h 2604"/>
              <a:gd name="p0x8" fmla="*/ 4820 w 4970"/>
              <a:gd name="p0y8" fmla="*/ 2604 h 2604"/>
              <a:gd name="p0x9" fmla="*/ 150 w 4970"/>
              <a:gd name="p0y9" fmla="*/ 2604 h 2604"/>
              <a:gd name="p0x10" fmla="*/ 67 w 4970"/>
              <a:gd name="p0y10" fmla="*/ 2604 h 2604"/>
              <a:gd name="p0x11" fmla="*/ 0 w 4970"/>
              <a:gd name="p0y11" fmla="*/ 2537 h 2604"/>
              <a:gd name="p0x12" fmla="*/ 0 w 4970"/>
              <a:gd name="p0y12" fmla="*/ 2454 h 2604"/>
              <a:gd name="p0x13" fmla="*/ 0 w 4970"/>
              <a:gd name="p0y13" fmla="*/ 150 h 2604"/>
              <a:gd name="p0x14" fmla="*/ 0 w 4970"/>
              <a:gd name="p0y14" fmla="*/ 67 h 2604"/>
              <a:gd name="p0x15" fmla="*/ 67 w 4970"/>
              <a:gd name="p0y15" fmla="*/ 0 h 2604"/>
              <a:gd name="p0x16" fmla="*/ 150 w 4970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194437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r="-2083"/>
          <a:stretch>
            <a:fillRect/>
          </a:stretch>
        </p:blipFill>
        <p:spPr>
          <a:xfrm>
            <a:off x="2035175" y="1419225"/>
            <a:ext cx="238125" cy="1905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354407" y="1838325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对比延迟分位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82907" y="2155117"/>
            <a:ext cx="27432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相同并发下对比优化前后延迟分位与稳定性表现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575945" y="2963545"/>
            <a:ext cx="3156585" cy="1654175"/>
          </a:xfrm>
          <a:custGeom>
            <a:avLst/>
            <a:gdLst>
              <a:gd name="sw" fmla="*/ 1 w 4970"/>
              <a:gd name="sh" fmla="*/ 1 h 2604"/>
              <a:gd name="mins" fmla="min sw sh"/>
              <a:gd name="dsw" fmla="+- 0 sw mins"/>
              <a:gd name="dsh" fmla="+- 0 sh mins"/>
              <a:gd name="p0x0" fmla="*/ 150 w 4970"/>
              <a:gd name="p0y0" fmla="*/ 0 h 2604"/>
              <a:gd name="p0x1" fmla="*/ 4820 w 4970"/>
              <a:gd name="p0y1" fmla="*/ 0 h 2604"/>
              <a:gd name="p0x2" fmla="*/ 4903 w 4970"/>
              <a:gd name="p0y2" fmla="*/ 0 h 2604"/>
              <a:gd name="p0x3" fmla="*/ 4970 w 4970"/>
              <a:gd name="p0y3" fmla="*/ 67 h 2604"/>
              <a:gd name="p0x4" fmla="*/ 4970 w 4970"/>
              <a:gd name="p0y4" fmla="*/ 150 h 2604"/>
              <a:gd name="p0x5" fmla="*/ 4970 w 4970"/>
              <a:gd name="p0y5" fmla="*/ 2454 h 2604"/>
              <a:gd name="p0x6" fmla="*/ 4970 w 4970"/>
              <a:gd name="p0y6" fmla="*/ 2537 h 2604"/>
              <a:gd name="p0x7" fmla="*/ 4903 w 4970"/>
              <a:gd name="p0y7" fmla="*/ 2604 h 2604"/>
              <a:gd name="p0x8" fmla="*/ 4820 w 4970"/>
              <a:gd name="p0y8" fmla="*/ 2604 h 2604"/>
              <a:gd name="p0x9" fmla="*/ 150 w 4970"/>
              <a:gd name="p0y9" fmla="*/ 2604 h 2604"/>
              <a:gd name="p0x10" fmla="*/ 67 w 4970"/>
              <a:gd name="p0y10" fmla="*/ 2604 h 2604"/>
              <a:gd name="p0x11" fmla="*/ 0 w 4970"/>
              <a:gd name="p0y11" fmla="*/ 2537 h 2604"/>
              <a:gd name="p0x12" fmla="*/ 0 w 4970"/>
              <a:gd name="p0y12" fmla="*/ 2454 h 2604"/>
              <a:gd name="p0x13" fmla="*/ 0 w 4970"/>
              <a:gd name="p0y13" fmla="*/ 150 h 2604"/>
              <a:gd name="p0x14" fmla="*/ 0 w 4970"/>
              <a:gd name="p0y14" fmla="*/ 67 h 2604"/>
              <a:gd name="p0x15" fmla="*/ 67 w 4970"/>
              <a:gd name="p0y15" fmla="*/ 0 h 2604"/>
              <a:gd name="p0x16" fmla="*/ 150 w 4970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1944370" y="31584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2058670" y="3272790"/>
            <a:ext cx="190500" cy="1905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1240107" y="3692499"/>
            <a:ext cx="1828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验证错误率可控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82907" y="4009292"/>
            <a:ext cx="27432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确保优化后方案在高并发下错误率处于可接受范围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575945" y="4817745"/>
            <a:ext cx="3156585" cy="1654175"/>
          </a:xfrm>
          <a:custGeom>
            <a:avLst/>
            <a:gdLst>
              <a:gd name="sw" fmla="*/ 1 w 4970"/>
              <a:gd name="sh" fmla="*/ 1 h 2604"/>
              <a:gd name="mins" fmla="min sw sh"/>
              <a:gd name="dsw" fmla="+- 0 sw mins"/>
              <a:gd name="dsh" fmla="+- 0 sh mins"/>
              <a:gd name="p0x0" fmla="*/ 150 w 4970"/>
              <a:gd name="p0y0" fmla="*/ 0 h 2604"/>
              <a:gd name="p0x1" fmla="*/ 4820 w 4970"/>
              <a:gd name="p0y1" fmla="*/ 0 h 2604"/>
              <a:gd name="p0x2" fmla="*/ 4903 w 4970"/>
              <a:gd name="p0y2" fmla="*/ 0 h 2604"/>
              <a:gd name="p0x3" fmla="*/ 4970 w 4970"/>
              <a:gd name="p0y3" fmla="*/ 67 h 2604"/>
              <a:gd name="p0x4" fmla="*/ 4970 w 4970"/>
              <a:gd name="p0y4" fmla="*/ 150 h 2604"/>
              <a:gd name="p0x5" fmla="*/ 4970 w 4970"/>
              <a:gd name="p0y5" fmla="*/ 2454 h 2604"/>
              <a:gd name="p0x6" fmla="*/ 4970 w 4970"/>
              <a:gd name="p0y6" fmla="*/ 2537 h 2604"/>
              <a:gd name="p0x7" fmla="*/ 4903 w 4970"/>
              <a:gd name="p0y7" fmla="*/ 2604 h 2604"/>
              <a:gd name="p0x8" fmla="*/ 4820 w 4970"/>
              <a:gd name="p0y8" fmla="*/ 2604 h 2604"/>
              <a:gd name="p0x9" fmla="*/ 150 w 4970"/>
              <a:gd name="p0y9" fmla="*/ 2604 h 2604"/>
              <a:gd name="p0x10" fmla="*/ 67 w 4970"/>
              <a:gd name="p0y10" fmla="*/ 2604 h 2604"/>
              <a:gd name="p0x11" fmla="*/ 0 w 4970"/>
              <a:gd name="p0y11" fmla="*/ 2537 h 2604"/>
              <a:gd name="p0x12" fmla="*/ 0 w 4970"/>
              <a:gd name="p0y12" fmla="*/ 2454 h 2604"/>
              <a:gd name="p0x13" fmla="*/ 0 w 4970"/>
              <a:gd name="p0y13" fmla="*/ 150 h 2604"/>
              <a:gd name="p0x14" fmla="*/ 0 w 4970"/>
              <a:gd name="p0y14" fmla="*/ 67 h 2604"/>
              <a:gd name="p0x15" fmla="*/ 67 w 4970"/>
              <a:gd name="p0y15" fmla="*/ 0 h 2604"/>
              <a:gd name="p0x16" fmla="*/ 150 w 4970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1944370" y="50126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2058670" y="5126990"/>
            <a:ext cx="190500" cy="1905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1354407" y="5546674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分析局限因素</a:t>
            </a:r>
            <a:endParaRPr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782907" y="5863466"/>
            <a:ext cx="27432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识别本机压测环境下的测试局限与数据偏差来源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5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6"/>
            </p:custDataLst>
          </p:nvPr>
        </p:nvSpPr>
        <p:spPr>
          <a:xfrm>
            <a:off x="4185266" y="1304925"/>
            <a:ext cx="329371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测试环境配置</a:t>
            </a:r>
            <a:endParaRPr sz="21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7"/>
            </p:custDataLst>
          </p:nvPr>
        </p:nvSpPr>
        <p:spPr>
          <a:xfrm>
            <a:off x="4184650" y="2209800"/>
            <a:ext cx="3293745" cy="733425"/>
          </a:xfrm>
          <a:custGeom>
            <a:avLst/>
            <a:gdLst>
              <a:gd name="sw" fmla="*/ 1 w 5186"/>
              <a:gd name="sh" fmla="*/ 1 h 1155"/>
              <a:gd name="mins" fmla="min sw sh"/>
              <a:gd name="dsw" fmla="+- 0 sw mins"/>
              <a:gd name="dsh" fmla="+- 0 sh mins"/>
              <a:gd name="p0x0" fmla="*/ 150 w 5186"/>
              <a:gd name="p0y0" fmla="*/ 0 h 1155"/>
              <a:gd name="p0x1" fmla="*/ 5036 w 5186"/>
              <a:gd name="p0y1" fmla="*/ 0 h 1155"/>
              <a:gd name="p0x2" fmla="*/ 5119 w 5186"/>
              <a:gd name="p0y2" fmla="*/ 0 h 1155"/>
              <a:gd name="p0x3" fmla="*/ 5186 w 5186"/>
              <a:gd name="p0y3" fmla="*/ 67 h 1155"/>
              <a:gd name="p0x4" fmla="*/ 5186 w 5186"/>
              <a:gd name="p0y4" fmla="*/ 150 h 1155"/>
              <a:gd name="p0x5" fmla="*/ 5186 w 5186"/>
              <a:gd name="p0y5" fmla="*/ 1005 h 1155"/>
              <a:gd name="p0x6" fmla="*/ 5186 w 5186"/>
              <a:gd name="p0y6" fmla="*/ 1087 h 1155"/>
              <a:gd name="p0x7" fmla="*/ 5119 w 5186"/>
              <a:gd name="p0y7" fmla="*/ 1155 h 1155"/>
              <a:gd name="p0x8" fmla="*/ 5036 w 5186"/>
              <a:gd name="p0y8" fmla="*/ 1155 h 1155"/>
              <a:gd name="p0x9" fmla="*/ 150 w 5186"/>
              <a:gd name="p0y9" fmla="*/ 1155 h 1155"/>
              <a:gd name="p0x10" fmla="*/ 67 w 5186"/>
              <a:gd name="p0y10" fmla="*/ 1155 h 1155"/>
              <a:gd name="p0x11" fmla="*/ 0 w 5186"/>
              <a:gd name="p0y11" fmla="*/ 1087 h 1155"/>
              <a:gd name="p0x12" fmla="*/ 0 w 5186"/>
              <a:gd name="p0y12" fmla="*/ 1005 h 1155"/>
              <a:gd name="p0x13" fmla="*/ 0 w 5186"/>
              <a:gd name="p0y13" fmla="*/ 150 h 1155"/>
              <a:gd name="p0x14" fmla="*/ 0 w 5186"/>
              <a:gd name="p0y14" fmla="*/ 67 h 1155"/>
              <a:gd name="p0x15" fmla="*/ 67 w 5186"/>
              <a:gd name="p0y15" fmla="*/ 0 h 1155"/>
              <a:gd name="p0x16" fmla="*/ 150 w 5186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8"/>
            </p:custDataLst>
          </p:nvPr>
        </p:nvSpPr>
        <p:spPr>
          <a:xfrm>
            <a:off x="4337666" y="24765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压测工具</a:t>
            </a:r>
            <a:endParaRPr sz="12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9"/>
            </p:custDataLst>
          </p:nvPr>
        </p:nvSpPr>
        <p:spPr>
          <a:xfrm>
            <a:off x="5058635" y="2428875"/>
            <a:ext cx="2385422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Apache JMeter 5.6.3</a:t>
            </a:r>
            <a:endParaRPr lang="zh-CN" altLang="en-US" sz="15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0"/>
            </p:custDataLst>
          </p:nvPr>
        </p:nvSpPr>
        <p:spPr>
          <a:xfrm>
            <a:off x="4184650" y="3381375"/>
            <a:ext cx="3293745" cy="480695"/>
          </a:xfrm>
          <a:custGeom>
            <a:avLst/>
            <a:gdLst>
              <a:gd name="sw" fmla="*/ 1 w 5186"/>
              <a:gd name="sh" fmla="*/ 1 h 757"/>
              <a:gd name="mins" fmla="min sw sh"/>
              <a:gd name="dsw" fmla="+- 0 sw mins"/>
              <a:gd name="dsh" fmla="+- 0 sh mins"/>
              <a:gd name="p0x0" fmla="*/ 150 w 5186"/>
              <a:gd name="p0y0" fmla="*/ 0 h 757"/>
              <a:gd name="p0x1" fmla="*/ 5036 w 5186"/>
              <a:gd name="p0y1" fmla="*/ 0 h 757"/>
              <a:gd name="p0x2" fmla="*/ 5119 w 5186"/>
              <a:gd name="p0y2" fmla="*/ 0 h 757"/>
              <a:gd name="p0x3" fmla="*/ 5186 w 5186"/>
              <a:gd name="p0y3" fmla="*/ 67 h 757"/>
              <a:gd name="p0x4" fmla="*/ 5186 w 5186"/>
              <a:gd name="p0y4" fmla="*/ 150 h 757"/>
              <a:gd name="p0x5" fmla="*/ 5186 w 5186"/>
              <a:gd name="p0y5" fmla="*/ 607 h 757"/>
              <a:gd name="p0x6" fmla="*/ 5186 w 5186"/>
              <a:gd name="p0y6" fmla="*/ 690 h 757"/>
              <a:gd name="p0x7" fmla="*/ 5119 w 5186"/>
              <a:gd name="p0y7" fmla="*/ 757 h 757"/>
              <a:gd name="p0x8" fmla="*/ 5036 w 5186"/>
              <a:gd name="p0y8" fmla="*/ 757 h 757"/>
              <a:gd name="p0x9" fmla="*/ 150 w 5186"/>
              <a:gd name="p0y9" fmla="*/ 757 h 757"/>
              <a:gd name="p0x10" fmla="*/ 67 w 5186"/>
              <a:gd name="p0y10" fmla="*/ 757 h 757"/>
              <a:gd name="p0x11" fmla="*/ 0 w 5186"/>
              <a:gd name="p0y11" fmla="*/ 690 h 757"/>
              <a:gd name="p0x12" fmla="*/ 0 w 5186"/>
              <a:gd name="p0y12" fmla="*/ 607 h 757"/>
              <a:gd name="p0x13" fmla="*/ 0 w 5186"/>
              <a:gd name="p0y13" fmla="*/ 150 h 757"/>
              <a:gd name="p0x14" fmla="*/ 0 w 5186"/>
              <a:gd name="p0y14" fmla="*/ 67 h 757"/>
              <a:gd name="p0x15" fmla="*/ 67 w 5186"/>
              <a:gd name="p0y15" fmla="*/ 0 h 757"/>
              <a:gd name="p0x16" fmla="*/ 150 w 5186"/>
              <a:gd name="p0y16" fmla="*/ 0 h 7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4337666" y="352186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操作系统</a:t>
            </a:r>
            <a:endParaRPr sz="12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2"/>
            </p:custDataLst>
          </p:nvPr>
        </p:nvSpPr>
        <p:spPr>
          <a:xfrm>
            <a:off x="5061642" y="3495675"/>
            <a:ext cx="18556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</a:t>
            </a:r>
            <a:r>
              <a:rPr lang="zh-CN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本机环境</a:t>
            </a:r>
            <a:endParaRPr lang="zh-CN" sz="15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3"/>
            </p:custDataLst>
          </p:nvPr>
        </p:nvSpPr>
        <p:spPr>
          <a:xfrm>
            <a:off x="4184650" y="4300220"/>
            <a:ext cx="3293745" cy="733425"/>
          </a:xfrm>
          <a:custGeom>
            <a:avLst/>
            <a:gdLst>
              <a:gd name="sw" fmla="*/ 1 w 5186"/>
              <a:gd name="sh" fmla="*/ 1 h 1155"/>
              <a:gd name="mins" fmla="min sw sh"/>
              <a:gd name="dsw" fmla="+- 0 sw mins"/>
              <a:gd name="dsh" fmla="+- 0 sh mins"/>
              <a:gd name="p0x0" fmla="*/ 150 w 5186"/>
              <a:gd name="p0y0" fmla="*/ 0 h 1155"/>
              <a:gd name="p0x1" fmla="*/ 5036 w 5186"/>
              <a:gd name="p0y1" fmla="*/ 0 h 1155"/>
              <a:gd name="p0x2" fmla="*/ 5119 w 5186"/>
              <a:gd name="p0y2" fmla="*/ 0 h 1155"/>
              <a:gd name="p0x3" fmla="*/ 5186 w 5186"/>
              <a:gd name="p0y3" fmla="*/ 67 h 1155"/>
              <a:gd name="p0x4" fmla="*/ 5186 w 5186"/>
              <a:gd name="p0y4" fmla="*/ 150 h 1155"/>
              <a:gd name="p0x5" fmla="*/ 5186 w 5186"/>
              <a:gd name="p0y5" fmla="*/ 1005 h 1155"/>
              <a:gd name="p0x6" fmla="*/ 5186 w 5186"/>
              <a:gd name="p0y6" fmla="*/ 1087 h 1155"/>
              <a:gd name="p0x7" fmla="*/ 5119 w 5186"/>
              <a:gd name="p0y7" fmla="*/ 1155 h 1155"/>
              <a:gd name="p0x8" fmla="*/ 5036 w 5186"/>
              <a:gd name="p0y8" fmla="*/ 1155 h 1155"/>
              <a:gd name="p0x9" fmla="*/ 150 w 5186"/>
              <a:gd name="p0y9" fmla="*/ 1155 h 1155"/>
              <a:gd name="p0x10" fmla="*/ 67 w 5186"/>
              <a:gd name="p0y10" fmla="*/ 1155 h 1155"/>
              <a:gd name="p0x11" fmla="*/ 0 w 5186"/>
              <a:gd name="p0y11" fmla="*/ 1087 h 1155"/>
              <a:gd name="p0x12" fmla="*/ 0 w 5186"/>
              <a:gd name="p0y12" fmla="*/ 1005 h 1155"/>
              <a:gd name="p0x13" fmla="*/ 0 w 5186"/>
              <a:gd name="p0y13" fmla="*/ 150 h 1155"/>
              <a:gd name="p0x14" fmla="*/ 0 w 5186"/>
              <a:gd name="p0y14" fmla="*/ 67 h 1155"/>
              <a:gd name="p0x15" fmla="*/ 67 w 5186"/>
              <a:gd name="p0y15" fmla="*/ 0 h 1155"/>
              <a:gd name="p0x16" fmla="*/ 150 w 5186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4337666" y="456723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2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4947314" y="4507548"/>
            <a:ext cx="249547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 1.30</a:t>
            </a:r>
            <a:endParaRPr lang="zh-CN" altLang="en-US" sz="15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6"/>
            </p:custDataLst>
          </p:nvPr>
        </p:nvSpPr>
        <p:spPr>
          <a:xfrm>
            <a:off x="4184650" y="5471795"/>
            <a:ext cx="3293745" cy="481330"/>
          </a:xfrm>
          <a:custGeom>
            <a:avLst/>
            <a:gdLst>
              <a:gd name="sw" fmla="*/ 1 w 5186"/>
              <a:gd name="sh" fmla="*/ 1 h 757"/>
              <a:gd name="mins" fmla="min sw sh"/>
              <a:gd name="dsw" fmla="+- 0 sw mins"/>
              <a:gd name="dsh" fmla="+- 0 sh mins"/>
              <a:gd name="p0x0" fmla="*/ 150 w 5186"/>
              <a:gd name="p0y0" fmla="*/ 0 h 757"/>
              <a:gd name="p0x1" fmla="*/ 5036 w 5186"/>
              <a:gd name="p0y1" fmla="*/ 0 h 757"/>
              <a:gd name="p0x2" fmla="*/ 5119 w 5186"/>
              <a:gd name="p0y2" fmla="*/ 0 h 757"/>
              <a:gd name="p0x3" fmla="*/ 5186 w 5186"/>
              <a:gd name="p0y3" fmla="*/ 67 h 757"/>
              <a:gd name="p0x4" fmla="*/ 5186 w 5186"/>
              <a:gd name="p0y4" fmla="*/ 150 h 757"/>
              <a:gd name="p0x5" fmla="*/ 5186 w 5186"/>
              <a:gd name="p0y5" fmla="*/ 607 h 757"/>
              <a:gd name="p0x6" fmla="*/ 5186 w 5186"/>
              <a:gd name="p0y6" fmla="*/ 690 h 757"/>
              <a:gd name="p0x7" fmla="*/ 5119 w 5186"/>
              <a:gd name="p0y7" fmla="*/ 757 h 757"/>
              <a:gd name="p0x8" fmla="*/ 5036 w 5186"/>
              <a:gd name="p0y8" fmla="*/ 757 h 757"/>
              <a:gd name="p0x9" fmla="*/ 150 w 5186"/>
              <a:gd name="p0y9" fmla="*/ 757 h 757"/>
              <a:gd name="p0x10" fmla="*/ 67 w 5186"/>
              <a:gd name="p0y10" fmla="*/ 757 h 757"/>
              <a:gd name="p0x11" fmla="*/ 0 w 5186"/>
              <a:gd name="p0y11" fmla="*/ 690 h 757"/>
              <a:gd name="p0x12" fmla="*/ 0 w 5186"/>
              <a:gd name="p0y12" fmla="*/ 607 h 757"/>
              <a:gd name="p0x13" fmla="*/ 0 w 5186"/>
              <a:gd name="p0y13" fmla="*/ 150 h 757"/>
              <a:gd name="p0x14" fmla="*/ 0 w 5186"/>
              <a:gd name="p0y14" fmla="*/ 67 h 757"/>
              <a:gd name="p0x15" fmla="*/ 67 w 5186"/>
              <a:gd name="p0y15" fmla="*/ 0 h 757"/>
              <a:gd name="p0x16" fmla="*/ 150 w 5186"/>
              <a:gd name="p0y16" fmla="*/ 0 h 7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>
            <a:off x="4337666" y="5612606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后端服务</a:t>
            </a:r>
            <a:endParaRPr sz="12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8"/>
            </p:custDataLst>
          </p:nvPr>
        </p:nvSpPr>
        <p:spPr>
          <a:xfrm>
            <a:off x="5061642" y="5586413"/>
            <a:ext cx="23824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bbs-rest</a:t>
            </a:r>
            <a:r>
              <a:rPr lang="zh-CN" alt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监听</a:t>
            </a:r>
            <a:r>
              <a:rPr lang="en-US" altLang="zh-CN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7010</a:t>
            </a:r>
            <a:r>
              <a:rPr lang="zh-CN" altLang="en-US"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</a:t>
            </a:r>
            <a:endParaRPr lang="zh-CN" altLang="en-US" sz="15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9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0"/>
            </p:custDataLst>
          </p:nvPr>
        </p:nvSpPr>
        <p:spPr>
          <a:xfrm>
            <a:off x="8126682" y="1304925"/>
            <a:ext cx="329371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测试方案对比</a:t>
            </a:r>
            <a:endParaRPr sz="21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8126095" y="1809750"/>
            <a:ext cx="3293110" cy="1551940"/>
            <a:chOff x="12797" y="2850"/>
            <a:chExt cx="5186" cy="2444"/>
          </a:xfrm>
        </p:grpSpPr>
        <p:sp>
          <p:nvSpPr>
            <p:cNvPr id="38" name="任意多边形 37"/>
            <p:cNvSpPr/>
            <p:nvPr>
              <p:custDataLst>
                <p:tags r:id="rId41"/>
              </p:custDataLst>
            </p:nvPr>
          </p:nvSpPr>
          <p:spPr>
            <a:xfrm>
              <a:off x="12797" y="2850"/>
              <a:ext cx="5187" cy="2445"/>
            </a:xfrm>
            <a:custGeom>
              <a:avLst/>
              <a:gdLst>
                <a:gd name="sw" fmla="*/ 1 w 5186"/>
                <a:gd name="sh" fmla="*/ 1 h 2445"/>
                <a:gd name="mins" fmla="min sw sh"/>
                <a:gd name="dsw" fmla="+- 0 sw mins"/>
                <a:gd name="dsh" fmla="+- 0 sh mins"/>
                <a:gd name="p0x0" fmla="*/ 150 w 5186"/>
                <a:gd name="p0y0" fmla="*/ 0 h 2445"/>
                <a:gd name="p0x1" fmla="*/ 5036 w 5186"/>
                <a:gd name="p0y1" fmla="*/ 0 h 2445"/>
                <a:gd name="p0x2" fmla="*/ 5119 w 5186"/>
                <a:gd name="p0y2" fmla="*/ 0 h 2445"/>
                <a:gd name="p0x3" fmla="*/ 5186 w 5186"/>
                <a:gd name="p0y3" fmla="*/ 67 h 2445"/>
                <a:gd name="p0x4" fmla="*/ 5186 w 5186"/>
                <a:gd name="p0y4" fmla="*/ 150 h 2445"/>
                <a:gd name="p0x5" fmla="*/ 5186 w 5186"/>
                <a:gd name="p0y5" fmla="*/ 2295 h 2445"/>
                <a:gd name="p0x6" fmla="*/ 5186 w 5186"/>
                <a:gd name="p0y6" fmla="*/ 2377 h 2445"/>
                <a:gd name="p0x7" fmla="*/ 5119 w 5186"/>
                <a:gd name="p0y7" fmla="*/ 2445 h 2445"/>
                <a:gd name="p0x8" fmla="*/ 5036 w 5186"/>
                <a:gd name="p0y8" fmla="*/ 2445 h 2445"/>
                <a:gd name="p0x9" fmla="*/ 150 w 5186"/>
                <a:gd name="p0y9" fmla="*/ 2445 h 2445"/>
                <a:gd name="p0x10" fmla="*/ 67 w 5186"/>
                <a:gd name="p0y10" fmla="*/ 2445 h 2445"/>
                <a:gd name="p0x11" fmla="*/ 0 w 5186"/>
                <a:gd name="p0y11" fmla="*/ 2377 h 2445"/>
                <a:gd name="p0x12" fmla="*/ 0 w 5186"/>
                <a:gd name="p0y12" fmla="*/ 2295 h 2445"/>
                <a:gd name="p0x13" fmla="*/ 0 w 5186"/>
                <a:gd name="p0y13" fmla="*/ 150 h 2445"/>
                <a:gd name="p0x14" fmla="*/ 0 w 5186"/>
                <a:gd name="p0y14" fmla="*/ 67 h 2445"/>
                <a:gd name="p0x15" fmla="*/ 67 w 5186"/>
                <a:gd name="p0y15" fmla="*/ 0 h 2445"/>
                <a:gd name="p0x16" fmla="*/ 150 w 5186"/>
                <a:gd name="p0y16" fmla="*/ 0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CFA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42"/>
              </p:custDataLst>
            </p:nvPr>
          </p:nvSpPr>
          <p:spPr>
            <a:xfrm>
              <a:off x="12797" y="2850"/>
              <a:ext cx="150" cy="2445"/>
            </a:xfrm>
            <a:custGeom>
              <a:avLst/>
              <a:gdLst>
                <a:gd name="sw" fmla="*/ 1 w 150"/>
                <a:gd name="sh" fmla="*/ 1 h 2445"/>
                <a:gd name="mins" fmla="min sw sh"/>
                <a:gd name="dsw" fmla="+- 0 sw mins"/>
                <a:gd name="dsh" fmla="+- 0 sh mins"/>
                <a:gd name="p0x0" fmla="*/ 0 w 150"/>
                <a:gd name="p0y0" fmla="*/ 2295 h 2445"/>
                <a:gd name="p0x1" fmla="*/ 0 w 150"/>
                <a:gd name="p0y1" fmla="*/ 150 h 2445"/>
                <a:gd name="p0x2" fmla="*/ 0 w 150"/>
                <a:gd name="p0y2" fmla="*/ 67 h 2445"/>
                <a:gd name="p0x3" fmla="*/ 67 w 150"/>
                <a:gd name="p0y3" fmla="*/ 0 h 2445"/>
                <a:gd name="p0x4" fmla="*/ 150 w 150"/>
                <a:gd name="p0y4" fmla="*/ 0 h 2445"/>
                <a:gd name="p0x5" fmla="*/ 100 w 150"/>
                <a:gd name="p0y5" fmla="*/ 0 h 2445"/>
                <a:gd name="p0x6" fmla="*/ 60 w 150"/>
                <a:gd name="p0y6" fmla="*/ 67 h 2445"/>
                <a:gd name="p0x7" fmla="*/ 60 w 150"/>
                <a:gd name="p0y7" fmla="*/ 150 h 2445"/>
                <a:gd name="p0x8" fmla="*/ 60 w 150"/>
                <a:gd name="p0y8" fmla="*/ 2295 h 2445"/>
                <a:gd name="p0x9" fmla="*/ 60 w 150"/>
                <a:gd name="p0y9" fmla="*/ 2377 h 2445"/>
                <a:gd name="p0x10" fmla="*/ 100 w 150"/>
                <a:gd name="p0y10" fmla="*/ 2445 h 2445"/>
                <a:gd name="p0x11" fmla="*/ 150 w 150"/>
                <a:gd name="p0y11" fmla="*/ 2445 h 2445"/>
                <a:gd name="p0x12" fmla="*/ 67 w 150"/>
                <a:gd name="p0y12" fmla="*/ 2445 h 2445"/>
                <a:gd name="p0x13" fmla="*/ 0 w 150"/>
                <a:gd name="p0y13" fmla="*/ 2377 h 2445"/>
                <a:gd name="p0x14" fmla="*/ 0 w 150"/>
                <a:gd name="p0y14" fmla="*/ 2295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A7AC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任意多边形 40"/>
          <p:cNvSpPr/>
          <p:nvPr>
            <p:custDataLst>
              <p:tags r:id="rId43"/>
            </p:custDataLst>
          </p:nvPr>
        </p:nvSpPr>
        <p:spPr>
          <a:xfrm>
            <a:off x="8278495" y="1924050"/>
            <a:ext cx="688975" cy="276225"/>
          </a:xfrm>
          <a:custGeom>
            <a:avLst/>
            <a:gdLst>
              <a:gd name="sw" fmla="*/ 1 w 1084"/>
              <a:gd name="sh" fmla="*/ 1 h 435"/>
              <a:gd name="mins" fmla="min sw sh"/>
              <a:gd name="dsw" fmla="+- 0 sw mins"/>
              <a:gd name="dsh" fmla="+- 0 sh mins"/>
              <a:gd name="p0x0" fmla="*/ 60 w 1084"/>
              <a:gd name="p0y0" fmla="*/ 0 h 435"/>
              <a:gd name="p0x1" fmla="*/ 1024 w 1084"/>
              <a:gd name="p0y1" fmla="*/ 0 h 435"/>
              <a:gd name="p0x2" fmla="*/ 1057 w 1084"/>
              <a:gd name="p0y2" fmla="*/ 0 h 435"/>
              <a:gd name="p0x3" fmla="*/ 1084 w 1084"/>
              <a:gd name="p0y3" fmla="*/ 26 h 435"/>
              <a:gd name="p0x4" fmla="*/ 1084 w 1084"/>
              <a:gd name="p0y4" fmla="*/ 60 h 435"/>
              <a:gd name="p0x5" fmla="*/ 1084 w 1084"/>
              <a:gd name="p0y5" fmla="*/ 375 h 435"/>
              <a:gd name="p0x6" fmla="*/ 1084 w 1084"/>
              <a:gd name="p0y6" fmla="*/ 408 h 435"/>
              <a:gd name="p0x7" fmla="*/ 1057 w 1084"/>
              <a:gd name="p0y7" fmla="*/ 435 h 435"/>
              <a:gd name="p0x8" fmla="*/ 1024 w 1084"/>
              <a:gd name="p0y8" fmla="*/ 435 h 435"/>
              <a:gd name="p0x9" fmla="*/ 60 w 1084"/>
              <a:gd name="p0y9" fmla="*/ 435 h 435"/>
              <a:gd name="p0x10" fmla="*/ 26 w 1084"/>
              <a:gd name="p0y10" fmla="*/ 435 h 435"/>
              <a:gd name="p0x11" fmla="*/ 0 w 1084"/>
              <a:gd name="p0y11" fmla="*/ 408 h 435"/>
              <a:gd name="p0x12" fmla="*/ 0 w 1084"/>
              <a:gd name="p0y12" fmla="*/ 375 h 435"/>
              <a:gd name="p0x13" fmla="*/ 0 w 1084"/>
              <a:gd name="p0y13" fmla="*/ 60 h 435"/>
              <a:gd name="p0x14" fmla="*/ 0 w 1084"/>
              <a:gd name="p0y14" fmla="*/ 26 h 435"/>
              <a:gd name="p0x15" fmla="*/ 26 w 1084"/>
              <a:gd name="p0y15" fmla="*/ 0 h 435"/>
              <a:gd name="p0x16" fmla="*/ 60 w 1084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ED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4"/>
            </p:custDataLst>
          </p:nvPr>
        </p:nvSpPr>
        <p:spPr>
          <a:xfrm>
            <a:off x="8355282" y="1962150"/>
            <a:ext cx="68884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 </a:t>
            </a:r>
            <a:r>
              <a:rPr lang="zh-CN" sz="1200" b="1">
                <a:solidFill>
                  <a:srgbClr val="1A3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sz="1200" b="1">
              <a:solidFill>
                <a:srgbClr val="1A3F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5"/>
            </p:custDataLst>
          </p:nvPr>
        </p:nvSpPr>
        <p:spPr>
          <a:xfrm>
            <a:off x="9044130" y="1947863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</a:rPr>
              <a:t>优化前动态读</a:t>
            </a:r>
            <a:endParaRPr sz="135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6"/>
            </p:custDataLst>
          </p:nvPr>
        </p:nvSpPr>
        <p:spPr>
          <a:xfrm>
            <a:off x="8278495" y="2276475"/>
            <a:ext cx="3027045" cy="657225"/>
          </a:xfrm>
          <a:custGeom>
            <a:avLst/>
            <a:gdLst>
              <a:gd name="sw" fmla="*/ 1 w 4766"/>
              <a:gd name="sh" fmla="*/ 1 h 1035"/>
              <a:gd name="mins" fmla="min sw sh"/>
              <a:gd name="dsw" fmla="+- 0 sw mins"/>
              <a:gd name="dsh" fmla="+- 0 sh mins"/>
              <a:gd name="p0x0" fmla="*/ 60 w 4766"/>
              <a:gd name="p0y0" fmla="*/ 0 h 1035"/>
              <a:gd name="p0x1" fmla="*/ 4706 w 4766"/>
              <a:gd name="p0y1" fmla="*/ 0 h 1035"/>
              <a:gd name="p0x2" fmla="*/ 4740 w 4766"/>
              <a:gd name="p0y2" fmla="*/ 0 h 1035"/>
              <a:gd name="p0x3" fmla="*/ 4766 w 4766"/>
              <a:gd name="p0y3" fmla="*/ 26 h 1035"/>
              <a:gd name="p0x4" fmla="*/ 4766 w 4766"/>
              <a:gd name="p0y4" fmla="*/ 60 h 1035"/>
              <a:gd name="p0x5" fmla="*/ 4766 w 4766"/>
              <a:gd name="p0y5" fmla="*/ 975 h 1035"/>
              <a:gd name="p0x6" fmla="*/ 4766 w 4766"/>
              <a:gd name="p0y6" fmla="*/ 1008 h 1035"/>
              <a:gd name="p0x7" fmla="*/ 4740 w 4766"/>
              <a:gd name="p0y7" fmla="*/ 1035 h 1035"/>
              <a:gd name="p0x8" fmla="*/ 4706 w 4766"/>
              <a:gd name="p0y8" fmla="*/ 1035 h 1035"/>
              <a:gd name="p0x9" fmla="*/ 60 w 4766"/>
              <a:gd name="p0y9" fmla="*/ 1035 h 1035"/>
              <a:gd name="p0x10" fmla="*/ 26 w 4766"/>
              <a:gd name="p0y10" fmla="*/ 1035 h 1035"/>
              <a:gd name="p0x11" fmla="*/ 0 w 4766"/>
              <a:gd name="p0y11" fmla="*/ 1008 h 1035"/>
              <a:gd name="p0x12" fmla="*/ 0 w 4766"/>
              <a:gd name="p0y12" fmla="*/ 975 h 1035"/>
              <a:gd name="p0x13" fmla="*/ 0 w 4766"/>
              <a:gd name="p0y13" fmla="*/ 60 h 1035"/>
              <a:gd name="p0x14" fmla="*/ 0 w 4766"/>
              <a:gd name="p0y14" fmla="*/ 26 h 1035"/>
              <a:gd name="p0x15" fmla="*/ 26 w 4766"/>
              <a:gd name="p0y15" fmla="*/ 0 h 1035"/>
              <a:gd name="p0x16" fmla="*/ 60 w 4766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8393382" y="2352675"/>
            <a:ext cx="2798417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spc="-1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GET /api/bbs/article/getById?id=42</a:t>
            </a:r>
            <a:endParaRPr sz="1500" spc="-1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8"/>
            </p:custDataLst>
          </p:nvPr>
        </p:nvSpPr>
        <p:spPr>
          <a:xfrm>
            <a:off x="8279082" y="3009900"/>
            <a:ext cx="854593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并发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500</a:t>
            </a:r>
            <a:endParaRPr sz="1415" b="1" spc="-14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9106043" y="3009900"/>
            <a:ext cx="94678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持续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300s</a:t>
            </a:r>
            <a:endParaRPr sz="1415" b="1" spc="-14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8126095" y="3476625"/>
            <a:ext cx="3293110" cy="1551940"/>
            <a:chOff x="12797" y="5475"/>
            <a:chExt cx="5186" cy="2444"/>
          </a:xfrm>
        </p:grpSpPr>
        <p:sp>
          <p:nvSpPr>
            <p:cNvPr id="48" name="任意多边形 47"/>
            <p:cNvSpPr/>
            <p:nvPr>
              <p:custDataLst>
                <p:tags r:id="rId50"/>
              </p:custDataLst>
            </p:nvPr>
          </p:nvSpPr>
          <p:spPr>
            <a:xfrm>
              <a:off x="12797" y="5475"/>
              <a:ext cx="5187" cy="2445"/>
            </a:xfrm>
            <a:custGeom>
              <a:avLst/>
              <a:gdLst>
                <a:gd name="sw" fmla="*/ 1 w 5186"/>
                <a:gd name="sh" fmla="*/ 1 h 2445"/>
                <a:gd name="mins" fmla="min sw sh"/>
                <a:gd name="dsw" fmla="+- 0 sw mins"/>
                <a:gd name="dsh" fmla="+- 0 sh mins"/>
                <a:gd name="p0x0" fmla="*/ 150 w 5186"/>
                <a:gd name="p0y0" fmla="*/ 0 h 2445"/>
                <a:gd name="p0x1" fmla="*/ 5036 w 5186"/>
                <a:gd name="p0y1" fmla="*/ 0 h 2445"/>
                <a:gd name="p0x2" fmla="*/ 5119 w 5186"/>
                <a:gd name="p0y2" fmla="*/ 0 h 2445"/>
                <a:gd name="p0x3" fmla="*/ 5186 w 5186"/>
                <a:gd name="p0y3" fmla="*/ 67 h 2445"/>
                <a:gd name="p0x4" fmla="*/ 5186 w 5186"/>
                <a:gd name="p0y4" fmla="*/ 150 h 2445"/>
                <a:gd name="p0x5" fmla="*/ 5186 w 5186"/>
                <a:gd name="p0y5" fmla="*/ 2295 h 2445"/>
                <a:gd name="p0x6" fmla="*/ 5186 w 5186"/>
                <a:gd name="p0y6" fmla="*/ 2377 h 2445"/>
                <a:gd name="p0x7" fmla="*/ 5119 w 5186"/>
                <a:gd name="p0y7" fmla="*/ 2445 h 2445"/>
                <a:gd name="p0x8" fmla="*/ 5036 w 5186"/>
                <a:gd name="p0y8" fmla="*/ 2445 h 2445"/>
                <a:gd name="p0x9" fmla="*/ 150 w 5186"/>
                <a:gd name="p0y9" fmla="*/ 2445 h 2445"/>
                <a:gd name="p0x10" fmla="*/ 67 w 5186"/>
                <a:gd name="p0y10" fmla="*/ 2445 h 2445"/>
                <a:gd name="p0x11" fmla="*/ 0 w 5186"/>
                <a:gd name="p0y11" fmla="*/ 2377 h 2445"/>
                <a:gd name="p0x12" fmla="*/ 0 w 5186"/>
                <a:gd name="p0y12" fmla="*/ 2295 h 2445"/>
                <a:gd name="p0x13" fmla="*/ 0 w 5186"/>
                <a:gd name="p0y13" fmla="*/ 150 h 2445"/>
                <a:gd name="p0x14" fmla="*/ 0 w 5186"/>
                <a:gd name="p0y14" fmla="*/ 67 h 2445"/>
                <a:gd name="p0x15" fmla="*/ 67 w 5186"/>
                <a:gd name="p0y15" fmla="*/ 0 h 2445"/>
                <a:gd name="p0x16" fmla="*/ 150 w 5186"/>
                <a:gd name="p0y16" fmla="*/ 0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CFA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51"/>
              </p:custDataLst>
            </p:nvPr>
          </p:nvSpPr>
          <p:spPr>
            <a:xfrm>
              <a:off x="12797" y="5475"/>
              <a:ext cx="150" cy="2445"/>
            </a:xfrm>
            <a:custGeom>
              <a:avLst/>
              <a:gdLst>
                <a:gd name="sw" fmla="*/ 1 w 150"/>
                <a:gd name="sh" fmla="*/ 1 h 2445"/>
                <a:gd name="mins" fmla="min sw sh"/>
                <a:gd name="dsw" fmla="+- 0 sw mins"/>
                <a:gd name="dsh" fmla="+- 0 sh mins"/>
                <a:gd name="p0x0" fmla="*/ 0 w 150"/>
                <a:gd name="p0y0" fmla="*/ 2295 h 2445"/>
                <a:gd name="p0x1" fmla="*/ 0 w 150"/>
                <a:gd name="p0y1" fmla="*/ 150 h 2445"/>
                <a:gd name="p0x2" fmla="*/ 0 w 150"/>
                <a:gd name="p0y2" fmla="*/ 67 h 2445"/>
                <a:gd name="p0x3" fmla="*/ 67 w 150"/>
                <a:gd name="p0y3" fmla="*/ 0 h 2445"/>
                <a:gd name="p0x4" fmla="*/ 150 w 150"/>
                <a:gd name="p0y4" fmla="*/ 0 h 2445"/>
                <a:gd name="p0x5" fmla="*/ 100 w 150"/>
                <a:gd name="p0y5" fmla="*/ 0 h 2445"/>
                <a:gd name="p0x6" fmla="*/ 60 w 150"/>
                <a:gd name="p0y6" fmla="*/ 67 h 2445"/>
                <a:gd name="p0x7" fmla="*/ 60 w 150"/>
                <a:gd name="p0y7" fmla="*/ 150 h 2445"/>
                <a:gd name="p0x8" fmla="*/ 60 w 150"/>
                <a:gd name="p0y8" fmla="*/ 2295 h 2445"/>
                <a:gd name="p0x9" fmla="*/ 60 w 150"/>
                <a:gd name="p0y9" fmla="*/ 2377 h 2445"/>
                <a:gd name="p0x10" fmla="*/ 100 w 150"/>
                <a:gd name="p0y10" fmla="*/ 2445 h 2445"/>
                <a:gd name="p0x11" fmla="*/ 150 w 150"/>
                <a:gd name="p0y11" fmla="*/ 2445 h 2445"/>
                <a:gd name="p0x12" fmla="*/ 67 w 150"/>
                <a:gd name="p0y12" fmla="*/ 2445 h 2445"/>
                <a:gd name="p0x13" fmla="*/ 0 w 150"/>
                <a:gd name="p0y13" fmla="*/ 2377 h 2445"/>
                <a:gd name="p0x14" fmla="*/ 0 w 150"/>
                <a:gd name="p0y14" fmla="*/ 2295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任意多边形 50"/>
          <p:cNvSpPr/>
          <p:nvPr>
            <p:custDataLst>
              <p:tags r:id="rId52"/>
            </p:custDataLst>
          </p:nvPr>
        </p:nvSpPr>
        <p:spPr>
          <a:xfrm>
            <a:off x="8278495" y="3590925"/>
            <a:ext cx="688975" cy="276225"/>
          </a:xfrm>
          <a:custGeom>
            <a:avLst/>
            <a:gdLst>
              <a:gd name="sw" fmla="*/ 1 w 1084"/>
              <a:gd name="sh" fmla="*/ 1 h 435"/>
              <a:gd name="mins" fmla="min sw sh"/>
              <a:gd name="dsw" fmla="+- 0 sw mins"/>
              <a:gd name="dsh" fmla="+- 0 sh mins"/>
              <a:gd name="p0x0" fmla="*/ 60 w 1084"/>
              <a:gd name="p0y0" fmla="*/ 0 h 435"/>
              <a:gd name="p0x1" fmla="*/ 1024 w 1084"/>
              <a:gd name="p0y1" fmla="*/ 0 h 435"/>
              <a:gd name="p0x2" fmla="*/ 1057 w 1084"/>
              <a:gd name="p0y2" fmla="*/ 0 h 435"/>
              <a:gd name="p0x3" fmla="*/ 1084 w 1084"/>
              <a:gd name="p0y3" fmla="*/ 26 h 435"/>
              <a:gd name="p0x4" fmla="*/ 1084 w 1084"/>
              <a:gd name="p0y4" fmla="*/ 60 h 435"/>
              <a:gd name="p0x5" fmla="*/ 1084 w 1084"/>
              <a:gd name="p0y5" fmla="*/ 375 h 435"/>
              <a:gd name="p0x6" fmla="*/ 1084 w 1084"/>
              <a:gd name="p0y6" fmla="*/ 408 h 435"/>
              <a:gd name="p0x7" fmla="*/ 1057 w 1084"/>
              <a:gd name="p0y7" fmla="*/ 435 h 435"/>
              <a:gd name="p0x8" fmla="*/ 1024 w 1084"/>
              <a:gd name="p0y8" fmla="*/ 435 h 435"/>
              <a:gd name="p0x9" fmla="*/ 60 w 1084"/>
              <a:gd name="p0y9" fmla="*/ 435 h 435"/>
              <a:gd name="p0x10" fmla="*/ 26 w 1084"/>
              <a:gd name="p0y10" fmla="*/ 435 h 435"/>
              <a:gd name="p0x11" fmla="*/ 0 w 1084"/>
              <a:gd name="p0y11" fmla="*/ 408 h 435"/>
              <a:gd name="p0x12" fmla="*/ 0 w 1084"/>
              <a:gd name="p0y12" fmla="*/ 375 h 435"/>
              <a:gd name="p0x13" fmla="*/ 0 w 1084"/>
              <a:gd name="p0y13" fmla="*/ 60 h 435"/>
              <a:gd name="p0x14" fmla="*/ 0 w 1084"/>
              <a:gd name="p0y14" fmla="*/ 26 h 435"/>
              <a:gd name="p0x15" fmla="*/ 26 w 1084"/>
              <a:gd name="p0y15" fmla="*/ 0 h 435"/>
              <a:gd name="p0x16" fmla="*/ 60 w 1084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3"/>
            </p:custDataLst>
          </p:nvPr>
        </p:nvSpPr>
        <p:spPr>
          <a:xfrm>
            <a:off x="8355282" y="3629025"/>
            <a:ext cx="68884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T2 </a:t>
            </a:r>
            <a:r>
              <a:rPr lang="zh-CN" sz="12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sz="12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4"/>
            </p:custDataLst>
          </p:nvPr>
        </p:nvSpPr>
        <p:spPr>
          <a:xfrm>
            <a:off x="9044130" y="3614738"/>
            <a:ext cx="120737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 </a:t>
            </a:r>
            <a:r>
              <a:rPr lang="zh-CN" sz="1350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静态读</a:t>
            </a:r>
            <a:endParaRPr lang="zh-CN" sz="1350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5"/>
            </p:custDataLst>
          </p:nvPr>
        </p:nvSpPr>
        <p:spPr>
          <a:xfrm>
            <a:off x="8278495" y="3943350"/>
            <a:ext cx="3027045" cy="657225"/>
          </a:xfrm>
          <a:custGeom>
            <a:avLst/>
            <a:gdLst>
              <a:gd name="sw" fmla="*/ 1 w 4766"/>
              <a:gd name="sh" fmla="*/ 1 h 1035"/>
              <a:gd name="mins" fmla="min sw sh"/>
              <a:gd name="dsw" fmla="+- 0 sw mins"/>
              <a:gd name="dsh" fmla="+- 0 sh mins"/>
              <a:gd name="p0x0" fmla="*/ 60 w 4766"/>
              <a:gd name="p0y0" fmla="*/ 0 h 1035"/>
              <a:gd name="p0x1" fmla="*/ 4706 w 4766"/>
              <a:gd name="p0y1" fmla="*/ 0 h 1035"/>
              <a:gd name="p0x2" fmla="*/ 4740 w 4766"/>
              <a:gd name="p0y2" fmla="*/ 0 h 1035"/>
              <a:gd name="p0x3" fmla="*/ 4766 w 4766"/>
              <a:gd name="p0y3" fmla="*/ 26 h 1035"/>
              <a:gd name="p0x4" fmla="*/ 4766 w 4766"/>
              <a:gd name="p0y4" fmla="*/ 60 h 1035"/>
              <a:gd name="p0x5" fmla="*/ 4766 w 4766"/>
              <a:gd name="p0y5" fmla="*/ 975 h 1035"/>
              <a:gd name="p0x6" fmla="*/ 4766 w 4766"/>
              <a:gd name="p0y6" fmla="*/ 1008 h 1035"/>
              <a:gd name="p0x7" fmla="*/ 4740 w 4766"/>
              <a:gd name="p0y7" fmla="*/ 1035 h 1035"/>
              <a:gd name="p0x8" fmla="*/ 4706 w 4766"/>
              <a:gd name="p0y8" fmla="*/ 1035 h 1035"/>
              <a:gd name="p0x9" fmla="*/ 60 w 4766"/>
              <a:gd name="p0y9" fmla="*/ 1035 h 1035"/>
              <a:gd name="p0x10" fmla="*/ 26 w 4766"/>
              <a:gd name="p0y10" fmla="*/ 1035 h 1035"/>
              <a:gd name="p0x11" fmla="*/ 0 w 4766"/>
              <a:gd name="p0y11" fmla="*/ 1008 h 1035"/>
              <a:gd name="p0x12" fmla="*/ 0 w 4766"/>
              <a:gd name="p0y12" fmla="*/ 975 h 1035"/>
              <a:gd name="p0x13" fmla="*/ 0 w 4766"/>
              <a:gd name="p0y13" fmla="*/ 60 h 1035"/>
              <a:gd name="p0x14" fmla="*/ 0 w 4766"/>
              <a:gd name="p0y14" fmla="*/ 26 h 1035"/>
              <a:gd name="p0x15" fmla="*/ 26 w 4766"/>
              <a:gd name="p0y15" fmla="*/ 0 h 1035"/>
              <a:gd name="p0x16" fmla="*/ 60 w 4766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6"/>
            </p:custDataLst>
          </p:nvPr>
        </p:nvSpPr>
        <p:spPr>
          <a:xfrm>
            <a:off x="8393382" y="4019550"/>
            <a:ext cx="2798417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GET /static/articles/article-41.html</a:t>
            </a:r>
            <a:endParaRPr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7"/>
            </p:custDataLst>
          </p:nvPr>
        </p:nvSpPr>
        <p:spPr>
          <a:xfrm>
            <a:off x="8279082" y="4676775"/>
            <a:ext cx="854593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并发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500</a:t>
            </a:r>
            <a:endParaRPr sz="1415" b="1" spc="-14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8"/>
            </p:custDataLst>
          </p:nvPr>
        </p:nvSpPr>
        <p:spPr>
          <a:xfrm>
            <a:off x="9106043" y="4676775"/>
            <a:ext cx="94678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持续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300s</a:t>
            </a:r>
            <a:endParaRPr sz="1415" b="1" spc="-14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测试环境与方案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"/>
            </p:custDataLst>
          </p:nvPr>
        </p:nvSpPr>
        <p:spPr>
          <a:xfrm>
            <a:off x="8278495" y="2276475"/>
            <a:ext cx="3027045" cy="657225"/>
          </a:xfrm>
          <a:custGeom>
            <a:avLst/>
            <a:gdLst>
              <a:gd name="sw" fmla="*/ 1 w 4766"/>
              <a:gd name="sh" fmla="*/ 1 h 1035"/>
              <a:gd name="mins" fmla="min sw sh"/>
              <a:gd name="dsw" fmla="+- 0 sw mins"/>
              <a:gd name="dsh" fmla="+- 0 sh mins"/>
              <a:gd name="p0x0" fmla="*/ 60 w 4766"/>
              <a:gd name="p0y0" fmla="*/ 0 h 1035"/>
              <a:gd name="p0x1" fmla="*/ 4706 w 4766"/>
              <a:gd name="p0y1" fmla="*/ 0 h 1035"/>
              <a:gd name="p0x2" fmla="*/ 4740 w 4766"/>
              <a:gd name="p0y2" fmla="*/ 0 h 1035"/>
              <a:gd name="p0x3" fmla="*/ 4766 w 4766"/>
              <a:gd name="p0y3" fmla="*/ 26 h 1035"/>
              <a:gd name="p0x4" fmla="*/ 4766 w 4766"/>
              <a:gd name="p0y4" fmla="*/ 60 h 1035"/>
              <a:gd name="p0x5" fmla="*/ 4766 w 4766"/>
              <a:gd name="p0y5" fmla="*/ 975 h 1035"/>
              <a:gd name="p0x6" fmla="*/ 4766 w 4766"/>
              <a:gd name="p0y6" fmla="*/ 1008 h 1035"/>
              <a:gd name="p0x7" fmla="*/ 4740 w 4766"/>
              <a:gd name="p0y7" fmla="*/ 1035 h 1035"/>
              <a:gd name="p0x8" fmla="*/ 4706 w 4766"/>
              <a:gd name="p0y8" fmla="*/ 1035 h 1035"/>
              <a:gd name="p0x9" fmla="*/ 60 w 4766"/>
              <a:gd name="p0y9" fmla="*/ 1035 h 1035"/>
              <a:gd name="p0x10" fmla="*/ 26 w 4766"/>
              <a:gd name="p0y10" fmla="*/ 1035 h 1035"/>
              <a:gd name="p0x11" fmla="*/ 0 w 4766"/>
              <a:gd name="p0y11" fmla="*/ 1008 h 1035"/>
              <a:gd name="p0x12" fmla="*/ 0 w 4766"/>
              <a:gd name="p0y12" fmla="*/ 975 h 1035"/>
              <a:gd name="p0x13" fmla="*/ 0 w 4766"/>
              <a:gd name="p0y13" fmla="*/ 60 h 1035"/>
              <a:gd name="p0x14" fmla="*/ 0 w 4766"/>
              <a:gd name="p0y14" fmla="*/ 26 h 1035"/>
              <a:gd name="p0x15" fmla="*/ 26 w 4766"/>
              <a:gd name="p0y15" fmla="*/ 0 h 1035"/>
              <a:gd name="p0x16" fmla="*/ 60 w 4766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265" y="3429000"/>
            <a:ext cx="7501890" cy="305816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265" y="838200"/>
            <a:ext cx="7502525" cy="27730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" name="组合 83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测试结果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885832" y="1304925"/>
            <a:ext cx="99364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T2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静态直出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575945" y="2444750"/>
            <a:ext cx="11039475" cy="2769870"/>
          </a:xfrm>
          <a:custGeom>
            <a:avLst/>
            <a:gdLst>
              <a:gd name="sw" fmla="*/ 1 w 17385"/>
              <a:gd name="sh" fmla="*/ 1 h 4362"/>
              <a:gd name="mins" fmla="min sw sh"/>
              <a:gd name="dsw" fmla="+- 0 sw mins"/>
              <a:gd name="dsh" fmla="+- 0 sh mins"/>
              <a:gd name="p0x0" fmla="*/ 150 w 17385"/>
              <a:gd name="p0y0" fmla="*/ 0 h 4362"/>
              <a:gd name="p0x1" fmla="*/ 17235 w 17385"/>
              <a:gd name="p0y1" fmla="*/ 0 h 4362"/>
              <a:gd name="p0x2" fmla="*/ 17317 w 17385"/>
              <a:gd name="p0y2" fmla="*/ 0 h 4362"/>
              <a:gd name="p0x3" fmla="*/ 17385 w 17385"/>
              <a:gd name="p0y3" fmla="*/ 67 h 4362"/>
              <a:gd name="p0x4" fmla="*/ 17385 w 17385"/>
              <a:gd name="p0y4" fmla="*/ 150 h 4362"/>
              <a:gd name="p0x5" fmla="*/ 17385 w 17385"/>
              <a:gd name="p0y5" fmla="*/ 4212 h 4362"/>
              <a:gd name="p0x6" fmla="*/ 17385 w 17385"/>
              <a:gd name="p0y6" fmla="*/ 4295 h 4362"/>
              <a:gd name="p0x7" fmla="*/ 17317 w 17385"/>
              <a:gd name="p0y7" fmla="*/ 4362 h 4362"/>
              <a:gd name="p0x8" fmla="*/ 17235 w 17385"/>
              <a:gd name="p0y8" fmla="*/ 4362 h 4362"/>
              <a:gd name="p0x9" fmla="*/ 150 w 17385"/>
              <a:gd name="p0y9" fmla="*/ 4362 h 4362"/>
              <a:gd name="p0x10" fmla="*/ 67 w 17385"/>
              <a:gd name="p0y10" fmla="*/ 4362 h 4362"/>
              <a:gd name="p0x11" fmla="*/ 0 w 17385"/>
              <a:gd name="p0y11" fmla="*/ 4295 h 4362"/>
              <a:gd name="p0x12" fmla="*/ 0 w 17385"/>
              <a:gd name="p0y12" fmla="*/ 4212 h 4362"/>
              <a:gd name="p0x13" fmla="*/ 0 w 17385"/>
              <a:gd name="p0y13" fmla="*/ 150 h 4362"/>
              <a:gd name="p0x14" fmla="*/ 0 w 17385"/>
              <a:gd name="p0y14" fmla="*/ 67 h 4362"/>
              <a:gd name="p0x15" fmla="*/ 67 w 17385"/>
              <a:gd name="p0y15" fmla="*/ 0 h 4362"/>
              <a:gd name="p0x16" fmla="*/ 150 w 17385"/>
              <a:gd name="p0y16" fmla="*/ 0 h 43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6"/>
            </p:custDataLst>
          </p:nvPr>
        </p:nvSpPr>
        <p:spPr>
          <a:xfrm>
            <a:off x="771525" y="2705100"/>
            <a:ext cx="10648950" cy="457200"/>
          </a:xfrm>
          <a:custGeom>
            <a:avLst/>
            <a:gdLst>
              <a:gd name="sw" fmla="*/ 1 w 16770"/>
              <a:gd name="sh" fmla="*/ 1 h 720"/>
              <a:gd name="mins" fmla="min sw sh"/>
              <a:gd name="dsw" fmla="+- 0 sw mins"/>
              <a:gd name="dsh" fmla="+- 0 sh mins"/>
              <a:gd name="p0x0" fmla="*/ 150 w 16770"/>
              <a:gd name="p0y0" fmla="*/ 0 h 720"/>
              <a:gd name="p0x1" fmla="*/ 16620 w 16770"/>
              <a:gd name="p0y1" fmla="*/ 0 h 720"/>
              <a:gd name="p0x2" fmla="*/ 16702 w 16770"/>
              <a:gd name="p0y2" fmla="*/ 0 h 720"/>
              <a:gd name="p0x3" fmla="*/ 16770 w 16770"/>
              <a:gd name="p0y3" fmla="*/ 67 h 720"/>
              <a:gd name="p0x4" fmla="*/ 16770 w 16770"/>
              <a:gd name="p0y4" fmla="*/ 150 h 720"/>
              <a:gd name="p0x5" fmla="*/ 16770 w 16770"/>
              <a:gd name="p0y5" fmla="*/ 570 h 720"/>
              <a:gd name="p0x6" fmla="*/ 16770 w 16770"/>
              <a:gd name="p0y6" fmla="*/ 652 h 720"/>
              <a:gd name="p0x7" fmla="*/ 16702 w 16770"/>
              <a:gd name="p0y7" fmla="*/ 720 h 720"/>
              <a:gd name="p0x8" fmla="*/ 16620 w 16770"/>
              <a:gd name="p0y8" fmla="*/ 720 h 720"/>
              <a:gd name="p0x9" fmla="*/ 150 w 16770"/>
              <a:gd name="p0y9" fmla="*/ 720 h 720"/>
              <a:gd name="p0x10" fmla="*/ 67 w 16770"/>
              <a:gd name="p0y10" fmla="*/ 720 h 720"/>
              <a:gd name="p0x11" fmla="*/ 0 w 16770"/>
              <a:gd name="p0y11" fmla="*/ 652 h 720"/>
              <a:gd name="p0x12" fmla="*/ 0 w 16770"/>
              <a:gd name="p0y12" fmla="*/ 570 h 720"/>
              <a:gd name="p0x13" fmla="*/ 0 w 16770"/>
              <a:gd name="p0y13" fmla="*/ 150 h 720"/>
              <a:gd name="p0x14" fmla="*/ 0 w 16770"/>
              <a:gd name="p0y14" fmla="*/ 67 h 720"/>
              <a:gd name="p0x15" fmla="*/ 67 w 16770"/>
              <a:gd name="p0y15" fmla="*/ 0 h 720"/>
              <a:gd name="p0x16" fmla="*/ 150 w 1677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923925" y="2819400"/>
            <a:ext cx="33718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endParaRPr sz="1350" b="1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5370909" y="2819400"/>
            <a:ext cx="145018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 </a:t>
            </a:r>
            <a:r>
              <a:rPr lang="zh-CN" altLang="en-US" sz="135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</a:t>
            </a:r>
            <a:r>
              <a:rPr lang="en-US" altLang="zh-CN" sz="135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getById</a:t>
            </a:r>
            <a:endParaRPr lang="en-US" altLang="zh-CN" sz="135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8578977" y="2819400"/>
            <a:ext cx="20063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T2 </a:t>
            </a:r>
            <a:r>
              <a:rPr lang="zh-CN" altLang="en-US" sz="135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</a:t>
            </a:r>
            <a:r>
              <a:rPr lang="en-US" altLang="zh-CN" sz="1350" b="1">
                <a:solidFill>
                  <a:srgbClr val="3A7A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HTML + Nginx</a:t>
            </a:r>
            <a:endParaRPr lang="en-US" altLang="zh-CN" sz="1350" b="1">
              <a:solidFill>
                <a:srgbClr val="3A7A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771525" y="3238500"/>
            <a:ext cx="10648950" cy="172720"/>
            <a:chOff x="1215" y="5100"/>
            <a:chExt cx="16770" cy="272"/>
          </a:xfrm>
        </p:grpSpPr>
        <p:sp>
          <p:nvSpPr>
            <p:cNvPr id="19" name="任意多边形 18"/>
            <p:cNvSpPr/>
            <p:nvPr>
              <p:custDataLst>
                <p:tags r:id="rId10"/>
              </p:custDataLst>
            </p:nvPr>
          </p:nvSpPr>
          <p:spPr>
            <a:xfrm>
              <a:off x="1215" y="5100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1"/>
              </p:custDataLst>
            </p:nvPr>
          </p:nvSpPr>
          <p:spPr>
            <a:xfrm>
              <a:off x="1215" y="5358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923925" y="3194228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样本数</a:t>
            </a:r>
            <a:endParaRPr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5619159" y="3194228"/>
            <a:ext cx="9536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239,473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9164765" y="3194228"/>
            <a:ext cx="83478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60,477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771525" y="3449955"/>
            <a:ext cx="10648950" cy="172720"/>
            <a:chOff x="1215" y="5433"/>
            <a:chExt cx="16770" cy="272"/>
          </a:xfrm>
        </p:grpSpPr>
        <p:sp>
          <p:nvSpPr>
            <p:cNvPr id="25" name="任意多边形 24"/>
            <p:cNvSpPr/>
            <p:nvPr>
              <p:custDataLst>
                <p:tags r:id="rId15"/>
              </p:custDataLst>
            </p:nvPr>
          </p:nvSpPr>
          <p:spPr>
            <a:xfrm>
              <a:off x="1215" y="5433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6"/>
              </p:custDataLst>
            </p:nvPr>
          </p:nvSpPr>
          <p:spPr>
            <a:xfrm>
              <a:off x="1215" y="5691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923925" y="3405711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错误数</a:t>
            </a:r>
            <a:r>
              <a:rPr lang="en-US" altLang="zh-CN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错误率</a:t>
            </a:r>
            <a:endParaRPr lang="zh-CN" altLang="en-US"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5695426" y="3405711"/>
            <a:ext cx="801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2F8F5F"/>
                </a:solidFill>
                <a:latin typeface="微软雅黑" panose="020B0503020204020204" charset="-122"/>
                <a:ea typeface="微软雅黑" panose="020B0503020204020204" charset="-122"/>
              </a:rPr>
              <a:t>0 / 0%</a:t>
            </a:r>
            <a:endParaRPr sz="1500">
              <a:solidFill>
                <a:srgbClr val="2F8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>
            <a:off x="9181576" y="3405711"/>
            <a:ext cx="801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2F8F5F"/>
                </a:solidFill>
                <a:latin typeface="微软雅黑" panose="020B0503020204020204" charset="-122"/>
                <a:ea typeface="微软雅黑" panose="020B0503020204020204" charset="-122"/>
              </a:rPr>
              <a:t>0 / 0%</a:t>
            </a:r>
            <a:endParaRPr sz="1500">
              <a:solidFill>
                <a:srgbClr val="2F8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0"/>
            </p:custDataLst>
          </p:nvPr>
        </p:nvSpPr>
        <p:spPr>
          <a:xfrm>
            <a:off x="771525" y="3661410"/>
            <a:ext cx="10648950" cy="173355"/>
          </a:xfrm>
          <a:custGeom>
            <a:avLst/>
            <a:gdLst>
              <a:gd name="sw" fmla="*/ 1 w 16770"/>
              <a:gd name="sh" fmla="*/ 1 h 273"/>
              <a:gd name="mins" fmla="min sw sh"/>
              <a:gd name="dsw" fmla="+- 0 sw mins"/>
              <a:gd name="dsh" fmla="+- 0 sh mins"/>
              <a:gd name="p0x0" fmla="*/ 0 w 16770"/>
              <a:gd name="p0y0" fmla="*/ 0 h 273"/>
              <a:gd name="p0x1" fmla="*/ 16770 w 16770"/>
              <a:gd name="p0y1" fmla="*/ 0 h 273"/>
              <a:gd name="p0x2" fmla="*/ 16770 w 16770"/>
              <a:gd name="p0y2" fmla="*/ 273 h 273"/>
              <a:gd name="p0x3" fmla="*/ 0 w 16770"/>
              <a:gd name="p0y3" fmla="*/ 273 h 273"/>
              <a:gd name="p0x4" fmla="*/ 0 w 16770"/>
              <a:gd name="p0y4" fmla="*/ 0 h 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771525" y="3872865"/>
            <a:ext cx="10648950" cy="172720"/>
            <a:chOff x="1215" y="6099"/>
            <a:chExt cx="16770" cy="272"/>
          </a:xfrm>
        </p:grpSpPr>
        <p:sp>
          <p:nvSpPr>
            <p:cNvPr id="37" name="任意多边形 36"/>
            <p:cNvSpPr/>
            <p:nvPr>
              <p:custDataLst>
                <p:tags r:id="rId21"/>
              </p:custDataLst>
            </p:nvPr>
          </p:nvSpPr>
          <p:spPr>
            <a:xfrm>
              <a:off x="1215" y="6099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22"/>
              </p:custDataLst>
            </p:nvPr>
          </p:nvSpPr>
          <p:spPr>
            <a:xfrm>
              <a:off x="1215" y="6357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>
            <p:custDataLst>
              <p:tags r:id="rId23"/>
            </p:custDataLst>
          </p:nvPr>
        </p:nvSpPr>
        <p:spPr>
          <a:xfrm>
            <a:off x="923925" y="3828679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altLang="zh-CN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RT</a:t>
            </a:r>
            <a:endParaRPr lang="en-US" altLang="zh-CN"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4"/>
            </p:custDataLst>
          </p:nvPr>
        </p:nvSpPr>
        <p:spPr>
          <a:xfrm>
            <a:off x="5653830" y="3828679"/>
            <a:ext cx="8843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617 ms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5"/>
            </p:custDataLst>
          </p:nvPr>
        </p:nvSpPr>
        <p:spPr>
          <a:xfrm>
            <a:off x="9114977" y="3828679"/>
            <a:ext cx="93426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0.</a:t>
            </a:r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75 ms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771525" y="4084320"/>
            <a:ext cx="10648950" cy="172720"/>
            <a:chOff x="1215" y="6432"/>
            <a:chExt cx="16770" cy="272"/>
          </a:xfrm>
        </p:grpSpPr>
        <p:sp>
          <p:nvSpPr>
            <p:cNvPr id="43" name="任意多边形 42"/>
            <p:cNvSpPr/>
            <p:nvPr>
              <p:custDataLst>
                <p:tags r:id="rId26"/>
              </p:custDataLst>
            </p:nvPr>
          </p:nvSpPr>
          <p:spPr>
            <a:xfrm>
              <a:off x="1215" y="6432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27"/>
              </p:custDataLst>
            </p:nvPr>
          </p:nvSpPr>
          <p:spPr>
            <a:xfrm>
              <a:off x="1215" y="6690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文本框 45"/>
          <p:cNvSpPr txBox="1"/>
          <p:nvPr>
            <p:custDataLst>
              <p:tags r:id="rId28"/>
            </p:custDataLst>
          </p:nvPr>
        </p:nvSpPr>
        <p:spPr>
          <a:xfrm>
            <a:off x="923925" y="4040172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中位数</a:t>
            </a:r>
            <a:r>
              <a:rPr lang="en-US" altLang="zh-CN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RT</a:t>
            </a:r>
            <a:endParaRPr lang="en-US" altLang="zh-CN"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9"/>
            </p:custDataLst>
          </p:nvPr>
        </p:nvSpPr>
        <p:spPr>
          <a:xfrm>
            <a:off x="5653830" y="4040172"/>
            <a:ext cx="8843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476 ms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9114790" y="4039870"/>
            <a:ext cx="113538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 ms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771525" y="4295775"/>
            <a:ext cx="10648950" cy="172720"/>
            <a:chOff x="1215" y="6765"/>
            <a:chExt cx="16770" cy="272"/>
          </a:xfrm>
        </p:grpSpPr>
        <p:sp>
          <p:nvSpPr>
            <p:cNvPr id="49" name="任意多边形 48"/>
            <p:cNvSpPr/>
            <p:nvPr>
              <p:custDataLst>
                <p:tags r:id="rId31"/>
              </p:custDataLst>
            </p:nvPr>
          </p:nvSpPr>
          <p:spPr>
            <a:xfrm>
              <a:off x="1215" y="6765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32"/>
              </p:custDataLst>
            </p:nvPr>
          </p:nvSpPr>
          <p:spPr>
            <a:xfrm>
              <a:off x="1215" y="7023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>
            <p:custDataLst>
              <p:tags r:id="rId33"/>
            </p:custDataLst>
          </p:nvPr>
        </p:nvSpPr>
        <p:spPr>
          <a:xfrm>
            <a:off x="923925" y="4251655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P90</a:t>
            </a:r>
            <a:endParaRPr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4"/>
            </p:custDataLst>
          </p:nvPr>
        </p:nvSpPr>
        <p:spPr>
          <a:xfrm>
            <a:off x="5653830" y="4251655"/>
            <a:ext cx="8843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689 ms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35"/>
            </p:custDataLst>
          </p:nvPr>
        </p:nvSpPr>
        <p:spPr>
          <a:xfrm>
            <a:off x="9258935" y="4251960"/>
            <a:ext cx="897255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1 ms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771525" y="4507230"/>
            <a:ext cx="10648950" cy="172720"/>
            <a:chOff x="1215" y="7098"/>
            <a:chExt cx="16770" cy="272"/>
          </a:xfrm>
        </p:grpSpPr>
        <p:sp>
          <p:nvSpPr>
            <p:cNvPr id="55" name="任意多边形 54"/>
            <p:cNvSpPr/>
            <p:nvPr>
              <p:custDataLst>
                <p:tags r:id="rId36"/>
              </p:custDataLst>
            </p:nvPr>
          </p:nvSpPr>
          <p:spPr>
            <a:xfrm>
              <a:off x="1215" y="7098"/>
              <a:ext cx="16770" cy="273"/>
            </a:xfrm>
            <a:custGeom>
              <a:avLst/>
              <a:gdLst>
                <a:gd name="sw" fmla="*/ 1 w 16770"/>
                <a:gd name="sh" fmla="*/ 1 h 273"/>
                <a:gd name="mins" fmla="min sw sh"/>
                <a:gd name="dsw" fmla="+- 0 sw mins"/>
                <a:gd name="dsh" fmla="+- 0 sh mins"/>
                <a:gd name="p0x0" fmla="*/ 0 w 16770"/>
                <a:gd name="p0y0" fmla="*/ 0 h 273"/>
                <a:gd name="p0x1" fmla="*/ 16770 w 16770"/>
                <a:gd name="p0y1" fmla="*/ 0 h 273"/>
                <a:gd name="p0x2" fmla="*/ 16770 w 16770"/>
                <a:gd name="p0y2" fmla="*/ 273 h 273"/>
                <a:gd name="p0x3" fmla="*/ 0 w 16770"/>
                <a:gd name="p0y3" fmla="*/ 273 h 273"/>
                <a:gd name="p0x4" fmla="*/ 0 w 16770"/>
                <a:gd name="p0y4" fmla="*/ 0 h 2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37"/>
              </p:custDataLst>
            </p:nvPr>
          </p:nvSpPr>
          <p:spPr>
            <a:xfrm>
              <a:off x="1215" y="7356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8" name="文本框 57"/>
          <p:cNvSpPr txBox="1"/>
          <p:nvPr>
            <p:custDataLst>
              <p:tags r:id="rId38"/>
            </p:custDataLst>
          </p:nvPr>
        </p:nvSpPr>
        <p:spPr>
          <a:xfrm>
            <a:off x="923925" y="4463139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P95</a:t>
            </a:r>
            <a:endParaRPr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39"/>
            </p:custDataLst>
          </p:nvPr>
        </p:nvSpPr>
        <p:spPr>
          <a:xfrm>
            <a:off x="5653830" y="4463139"/>
            <a:ext cx="8843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884 ms</a:t>
            </a:r>
            <a:endParaRPr sz="15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40"/>
            </p:custDataLst>
          </p:nvPr>
        </p:nvSpPr>
        <p:spPr>
          <a:xfrm>
            <a:off x="9258935" y="4463415"/>
            <a:ext cx="84582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 ms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41"/>
            </p:custDataLst>
          </p:nvPr>
        </p:nvSpPr>
        <p:spPr>
          <a:xfrm>
            <a:off x="771525" y="4718685"/>
            <a:ext cx="10648950" cy="163830"/>
          </a:xfrm>
          <a:custGeom>
            <a:avLst/>
            <a:gdLst>
              <a:gd name="sw" fmla="*/ 1 w 16770"/>
              <a:gd name="sh" fmla="*/ 1 h 258"/>
              <a:gd name="mins" fmla="min sw sh"/>
              <a:gd name="dsw" fmla="+- 0 sw mins"/>
              <a:gd name="dsh" fmla="+- 0 sh mins"/>
              <a:gd name="p0x0" fmla="*/ 129 w 16770"/>
              <a:gd name="p0y0" fmla="*/ 0 h 258"/>
              <a:gd name="p0x1" fmla="*/ 16640 w 16770"/>
              <a:gd name="p0y1" fmla="*/ 0 h 258"/>
              <a:gd name="p0x2" fmla="*/ 16712 w 16770"/>
              <a:gd name="p0y2" fmla="*/ 0 h 258"/>
              <a:gd name="p0x3" fmla="*/ 16770 w 16770"/>
              <a:gd name="p0y3" fmla="*/ 57 h 258"/>
              <a:gd name="p0x4" fmla="*/ 16770 w 16770"/>
              <a:gd name="p0y4" fmla="*/ 129 h 258"/>
              <a:gd name="p0x5" fmla="*/ 16770 w 16770"/>
              <a:gd name="p0y5" fmla="*/ 200 h 258"/>
              <a:gd name="p0x6" fmla="*/ 16712 w 16770"/>
              <a:gd name="p0y6" fmla="*/ 258 h 258"/>
              <a:gd name="p0x7" fmla="*/ 16640 w 16770"/>
              <a:gd name="p0y7" fmla="*/ 258 h 258"/>
              <a:gd name="p0x8" fmla="*/ 129 w 16770"/>
              <a:gd name="p0y8" fmla="*/ 258 h 258"/>
              <a:gd name="p0x9" fmla="*/ 57 w 16770"/>
              <a:gd name="p0y9" fmla="*/ 258 h 258"/>
              <a:gd name="p0x10" fmla="*/ 0 w 16770"/>
              <a:gd name="p0y10" fmla="*/ 200 h 258"/>
              <a:gd name="p0x11" fmla="*/ 0 w 16770"/>
              <a:gd name="p0y11" fmla="*/ 129 h 258"/>
              <a:gd name="p0x12" fmla="*/ 0 w 16770"/>
              <a:gd name="p0y12" fmla="*/ 57 h 258"/>
              <a:gd name="p0x13" fmla="*/ 57 w 16770"/>
              <a:gd name="p0y13" fmla="*/ 0 h 258"/>
              <a:gd name="p0x14" fmla="*/ 129 w 16770"/>
              <a:gd name="p0y14" fmla="*/ 0 h 2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42"/>
            </p:custDataLst>
          </p:nvPr>
        </p:nvSpPr>
        <p:spPr>
          <a:xfrm>
            <a:off x="923925" y="4674622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P99</a:t>
            </a:r>
            <a:endParaRPr sz="15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43"/>
            </p:custDataLst>
          </p:nvPr>
        </p:nvSpPr>
        <p:spPr>
          <a:xfrm>
            <a:off x="5594376" y="4674622"/>
            <a:ext cx="100317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2498 ms</a:t>
            </a:r>
            <a:endParaRPr sz="1500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44"/>
            </p:custDataLst>
          </p:nvPr>
        </p:nvSpPr>
        <p:spPr>
          <a:xfrm>
            <a:off x="9258935" y="4674870"/>
            <a:ext cx="897255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sz="1500" b="1">
                <a:solidFill>
                  <a:srgbClr val="6B320E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500" b="1">
              <a:solidFill>
                <a:srgbClr val="6B32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45"/>
            </p:custDataLst>
          </p:nvPr>
        </p:nvSpPr>
        <p:spPr>
          <a:xfrm>
            <a:off x="923925" y="4876581"/>
            <a:ext cx="33718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</a:t>
            </a:r>
            <a:r>
              <a:rPr lang="en-US" altLang="zh-CN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</a:t>
            </a:r>
            <a:r>
              <a:rPr lang="en-US" altLang="zh-CN" sz="1500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RT</a:t>
            </a:r>
            <a:endParaRPr lang="en-US" altLang="zh-CN" sz="1500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46"/>
            </p:custDataLst>
          </p:nvPr>
        </p:nvSpPr>
        <p:spPr>
          <a:xfrm>
            <a:off x="5239045" y="4876581"/>
            <a:ext cx="171383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5 ms /</a:t>
            </a:r>
            <a:r>
              <a:rPr sz="1500">
                <a:solidFill>
                  <a:srgbClr val="BF4E4A"/>
                </a:solidFill>
                <a:latin typeface="微软雅黑" panose="020B0503020204020204" charset="-122"/>
                <a:ea typeface="微软雅黑" panose="020B0503020204020204" charset="-122"/>
              </a:rPr>
              <a:t>38902 ms</a:t>
            </a:r>
            <a:endParaRPr sz="1500">
              <a:solidFill>
                <a:srgbClr val="BF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47"/>
            </p:custDataLst>
          </p:nvPr>
        </p:nvSpPr>
        <p:spPr>
          <a:xfrm>
            <a:off x="8872613" y="4876581"/>
            <a:ext cx="141907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0.3</a:t>
            </a:r>
            <a:r>
              <a:rPr sz="15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 ms / 3 ms</a:t>
            </a:r>
            <a:endParaRPr sz="15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48"/>
            </p:custDataLst>
          </p:nvPr>
        </p:nvSpPr>
        <p:spPr>
          <a:xfrm>
            <a:off x="575945" y="1161415"/>
            <a:ext cx="3546475" cy="992505"/>
          </a:xfrm>
          <a:custGeom>
            <a:avLst/>
            <a:gdLst>
              <a:gd name="sw" fmla="*/ 1 w 5585"/>
              <a:gd name="sh" fmla="*/ 1 h 1562"/>
              <a:gd name="mins" fmla="min sw sh"/>
              <a:gd name="dsw" fmla="+- 0 sw mins"/>
              <a:gd name="dsh" fmla="+- 0 sh mins"/>
              <a:gd name="p0x0" fmla="*/ 150 w 5585"/>
              <a:gd name="p0y0" fmla="*/ 0 h 1562"/>
              <a:gd name="p0x1" fmla="*/ 5435 w 5585"/>
              <a:gd name="p0y1" fmla="*/ 0 h 1562"/>
              <a:gd name="p0x2" fmla="*/ 5517 w 5585"/>
              <a:gd name="p0y2" fmla="*/ 0 h 1562"/>
              <a:gd name="p0x3" fmla="*/ 5585 w 5585"/>
              <a:gd name="p0y3" fmla="*/ 67 h 1562"/>
              <a:gd name="p0x4" fmla="*/ 5585 w 5585"/>
              <a:gd name="p0y4" fmla="*/ 150 h 1562"/>
              <a:gd name="p0x5" fmla="*/ 5585 w 5585"/>
              <a:gd name="p0y5" fmla="*/ 1412 h 1562"/>
              <a:gd name="p0x6" fmla="*/ 5585 w 5585"/>
              <a:gd name="p0y6" fmla="*/ 1495 h 1562"/>
              <a:gd name="p0x7" fmla="*/ 5517 w 5585"/>
              <a:gd name="p0y7" fmla="*/ 1562 h 1562"/>
              <a:gd name="p0x8" fmla="*/ 5435 w 5585"/>
              <a:gd name="p0y8" fmla="*/ 1562 h 1562"/>
              <a:gd name="p0x9" fmla="*/ 150 w 5585"/>
              <a:gd name="p0y9" fmla="*/ 1562 h 1562"/>
              <a:gd name="p0x10" fmla="*/ 67 w 5585"/>
              <a:gd name="p0y10" fmla="*/ 1562 h 1562"/>
              <a:gd name="p0x11" fmla="*/ 0 w 5585"/>
              <a:gd name="p0y11" fmla="*/ 1495 h 1562"/>
              <a:gd name="p0x12" fmla="*/ 0 w 5585"/>
              <a:gd name="p0y12" fmla="*/ 1412 h 1562"/>
              <a:gd name="p0x13" fmla="*/ 0 w 5585"/>
              <a:gd name="p0y13" fmla="*/ 150 h 1562"/>
              <a:gd name="p0x14" fmla="*/ 0 w 5585"/>
              <a:gd name="p0y14" fmla="*/ 67 h 1562"/>
              <a:gd name="p0x15" fmla="*/ 67 w 5585"/>
              <a:gd name="p0y15" fmla="*/ 0 h 1562"/>
              <a:gd name="p0x16" fmla="*/ 150 w 5585"/>
              <a:gd name="p0y16" fmla="*/ 0 h 15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49"/>
            </p:custDataLst>
          </p:nvPr>
        </p:nvSpPr>
        <p:spPr>
          <a:xfrm>
            <a:off x="771525" y="12807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880745" y="1390015"/>
            <a:ext cx="200025" cy="200025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53"/>
            </p:custDataLst>
          </p:nvPr>
        </p:nvSpPr>
        <p:spPr>
          <a:xfrm>
            <a:off x="1304925" y="1280919"/>
            <a:ext cx="26225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 </a:t>
            </a:r>
            <a:r>
              <a:rPr lang="zh-CN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大幅优化</a:t>
            </a:r>
            <a:endParaRPr lang="zh-CN"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54"/>
            </p:custDataLst>
          </p:nvPr>
        </p:nvSpPr>
        <p:spPr>
          <a:xfrm>
            <a:off x="1304925" y="1536189"/>
            <a:ext cx="2611488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从约</a:t>
            </a:r>
            <a:r>
              <a:rPr lang="en-US"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</a:t>
            </a:r>
            <a:r>
              <a:rPr lang="zh-CN" altLang="en-US"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降至</a:t>
            </a:r>
            <a:r>
              <a:rPr lang="en-US"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毫秒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量级</a:t>
            </a:r>
            <a:r>
              <a:rPr 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，虽本机环回但能对比体现</a:t>
            </a:r>
            <a:r>
              <a:rPr 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提速</a:t>
            </a:r>
            <a:endParaRPr lang="zh-CN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55"/>
            </p:custDataLst>
          </p:nvPr>
        </p:nvSpPr>
        <p:spPr>
          <a:xfrm>
            <a:off x="4509770" y="1156970"/>
            <a:ext cx="3546475" cy="992505"/>
          </a:xfrm>
          <a:custGeom>
            <a:avLst/>
            <a:gdLst>
              <a:gd name="sw" fmla="*/ 1 w 5585"/>
              <a:gd name="sh" fmla="*/ 1 h 1562"/>
              <a:gd name="mins" fmla="min sw sh"/>
              <a:gd name="dsw" fmla="+- 0 sw mins"/>
              <a:gd name="dsh" fmla="+- 0 sh mins"/>
              <a:gd name="p0x0" fmla="*/ 150 w 5585"/>
              <a:gd name="p0y0" fmla="*/ 0 h 1562"/>
              <a:gd name="p0x1" fmla="*/ 5435 w 5585"/>
              <a:gd name="p0y1" fmla="*/ 0 h 1562"/>
              <a:gd name="p0x2" fmla="*/ 5517 w 5585"/>
              <a:gd name="p0y2" fmla="*/ 0 h 1562"/>
              <a:gd name="p0x3" fmla="*/ 5585 w 5585"/>
              <a:gd name="p0y3" fmla="*/ 67 h 1562"/>
              <a:gd name="p0x4" fmla="*/ 5585 w 5585"/>
              <a:gd name="p0y4" fmla="*/ 150 h 1562"/>
              <a:gd name="p0x5" fmla="*/ 5585 w 5585"/>
              <a:gd name="p0y5" fmla="*/ 1412 h 1562"/>
              <a:gd name="p0x6" fmla="*/ 5585 w 5585"/>
              <a:gd name="p0y6" fmla="*/ 1495 h 1562"/>
              <a:gd name="p0x7" fmla="*/ 5517 w 5585"/>
              <a:gd name="p0y7" fmla="*/ 1562 h 1562"/>
              <a:gd name="p0x8" fmla="*/ 5435 w 5585"/>
              <a:gd name="p0y8" fmla="*/ 1562 h 1562"/>
              <a:gd name="p0x9" fmla="*/ 150 w 5585"/>
              <a:gd name="p0y9" fmla="*/ 1562 h 1562"/>
              <a:gd name="p0x10" fmla="*/ 67 w 5585"/>
              <a:gd name="p0y10" fmla="*/ 1562 h 1562"/>
              <a:gd name="p0x11" fmla="*/ 0 w 5585"/>
              <a:gd name="p0y11" fmla="*/ 1495 h 1562"/>
              <a:gd name="p0x12" fmla="*/ 0 w 5585"/>
              <a:gd name="p0y12" fmla="*/ 1412 h 1562"/>
              <a:gd name="p0x13" fmla="*/ 0 w 5585"/>
              <a:gd name="p0y13" fmla="*/ 150 h 1562"/>
              <a:gd name="p0x14" fmla="*/ 0 w 5585"/>
              <a:gd name="p0y14" fmla="*/ 67 h 1562"/>
              <a:gd name="p0x15" fmla="*/ 67 w 5585"/>
              <a:gd name="p0y15" fmla="*/ 0 h 1562"/>
              <a:gd name="p0x16" fmla="*/ 150 w 5585"/>
              <a:gd name="p0y16" fmla="*/ 0 h 15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>
            <p:custDataLst>
              <p:tags r:id="rId56"/>
            </p:custDataLst>
          </p:nvPr>
        </p:nvSpPr>
        <p:spPr>
          <a:xfrm>
            <a:off x="4705350" y="12763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6" name="图片 75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4814570" y="1385570"/>
            <a:ext cx="200025" cy="200025"/>
          </a:xfrm>
          <a:prstGeom prst="rect">
            <a:avLst/>
          </a:prstGeom>
        </p:spPr>
      </p:pic>
      <p:sp>
        <p:nvSpPr>
          <p:cNvPr id="77" name="文本框 76"/>
          <p:cNvSpPr txBox="1"/>
          <p:nvPr>
            <p:custDataLst>
              <p:tags r:id="rId58"/>
            </p:custDataLst>
          </p:nvPr>
        </p:nvSpPr>
        <p:spPr>
          <a:xfrm>
            <a:off x="5238776" y="1276474"/>
            <a:ext cx="26225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altLang="zh-CN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RT </a:t>
            </a:r>
            <a:r>
              <a:rPr lang="zh-CN" altLang="en-US"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骤降</a:t>
            </a:r>
            <a:endParaRPr lang="zh-CN" altLang="en-US"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59"/>
            </p:custDataLst>
          </p:nvPr>
        </p:nvSpPr>
        <p:spPr>
          <a:xfrm>
            <a:off x="5238776" y="1531744"/>
            <a:ext cx="2575246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平均响应速度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617ms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降至</a:t>
            </a:r>
            <a:r>
              <a:rPr lang="en-US"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0.</a:t>
            </a:r>
            <a:r>
              <a:rPr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75ms</a:t>
            </a:r>
            <a:endParaRPr lang="zh-CN" altLang="en-US" sz="1200" b="1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60"/>
            </p:custDataLst>
          </p:nvPr>
        </p:nvSpPr>
        <p:spPr>
          <a:xfrm>
            <a:off x="8264525" y="1109345"/>
            <a:ext cx="3546475" cy="992505"/>
          </a:xfrm>
          <a:custGeom>
            <a:avLst/>
            <a:gdLst>
              <a:gd name="sw" fmla="*/ 1 w 5585"/>
              <a:gd name="sh" fmla="*/ 1 h 1562"/>
              <a:gd name="mins" fmla="min sw sh"/>
              <a:gd name="dsw" fmla="+- 0 sw mins"/>
              <a:gd name="dsh" fmla="+- 0 sh mins"/>
              <a:gd name="p0x0" fmla="*/ 150 w 5585"/>
              <a:gd name="p0y0" fmla="*/ 0 h 1562"/>
              <a:gd name="p0x1" fmla="*/ 5435 w 5585"/>
              <a:gd name="p0y1" fmla="*/ 0 h 1562"/>
              <a:gd name="p0x2" fmla="*/ 5517 w 5585"/>
              <a:gd name="p0y2" fmla="*/ 0 h 1562"/>
              <a:gd name="p0x3" fmla="*/ 5585 w 5585"/>
              <a:gd name="p0y3" fmla="*/ 67 h 1562"/>
              <a:gd name="p0x4" fmla="*/ 5585 w 5585"/>
              <a:gd name="p0y4" fmla="*/ 150 h 1562"/>
              <a:gd name="p0x5" fmla="*/ 5585 w 5585"/>
              <a:gd name="p0y5" fmla="*/ 1412 h 1562"/>
              <a:gd name="p0x6" fmla="*/ 5585 w 5585"/>
              <a:gd name="p0y6" fmla="*/ 1495 h 1562"/>
              <a:gd name="p0x7" fmla="*/ 5517 w 5585"/>
              <a:gd name="p0y7" fmla="*/ 1562 h 1562"/>
              <a:gd name="p0x8" fmla="*/ 5435 w 5585"/>
              <a:gd name="p0y8" fmla="*/ 1562 h 1562"/>
              <a:gd name="p0x9" fmla="*/ 150 w 5585"/>
              <a:gd name="p0y9" fmla="*/ 1562 h 1562"/>
              <a:gd name="p0x10" fmla="*/ 67 w 5585"/>
              <a:gd name="p0y10" fmla="*/ 1562 h 1562"/>
              <a:gd name="p0x11" fmla="*/ 0 w 5585"/>
              <a:gd name="p0y11" fmla="*/ 1495 h 1562"/>
              <a:gd name="p0x12" fmla="*/ 0 w 5585"/>
              <a:gd name="p0y12" fmla="*/ 1412 h 1562"/>
              <a:gd name="p0x13" fmla="*/ 0 w 5585"/>
              <a:gd name="p0y13" fmla="*/ 150 h 1562"/>
              <a:gd name="p0x14" fmla="*/ 0 w 5585"/>
              <a:gd name="p0y14" fmla="*/ 67 h 1562"/>
              <a:gd name="p0x15" fmla="*/ 67 w 5585"/>
              <a:gd name="p0y15" fmla="*/ 0 h 1562"/>
              <a:gd name="p0x16" fmla="*/ 150 w 5585"/>
              <a:gd name="p0y16" fmla="*/ 0 h 15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任意多边形 79"/>
          <p:cNvSpPr/>
          <p:nvPr>
            <p:custDataLst>
              <p:tags r:id="rId61"/>
            </p:custDataLst>
          </p:nvPr>
        </p:nvSpPr>
        <p:spPr>
          <a:xfrm>
            <a:off x="8460105" y="1228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8569325" y="1337945"/>
            <a:ext cx="200025" cy="200025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63"/>
            </p:custDataLst>
          </p:nvPr>
        </p:nvSpPr>
        <p:spPr>
          <a:xfrm>
            <a:off x="8993556" y="1228849"/>
            <a:ext cx="26225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消除长尾延迟</a:t>
            </a:r>
            <a:endParaRPr sz="135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64"/>
            </p:custDataLst>
          </p:nvPr>
        </p:nvSpPr>
        <p:spPr>
          <a:xfrm>
            <a:off x="8993556" y="1484119"/>
            <a:ext cx="26225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</a:t>
            </a:r>
            <a:r>
              <a:rPr lang="en-US" alt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38902ms</a:t>
            </a:r>
            <a:r>
              <a:rPr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降至</a:t>
            </a:r>
            <a:r>
              <a:rPr sz="1200" b="1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3ms</a:t>
            </a:r>
            <a:r>
              <a:rPr 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，有效消除</a:t>
            </a:r>
            <a:r>
              <a:rPr lang="en-US" altLang="zh-CN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lang="zh-CN" altLang="en-US" sz="120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栈排队</a:t>
            </a:r>
            <a:endParaRPr lang="zh-CN" altLang="en-US" sz="120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4" name="组合 53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结果分析与测试结论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150 w 4110"/>
              <a:gd name="p0y0" fmla="*/ 0 h 6060"/>
              <a:gd name="p0x1" fmla="*/ 3960 w 4110"/>
              <a:gd name="p0y1" fmla="*/ 0 h 6060"/>
              <a:gd name="p0x2" fmla="*/ 4042 w 4110"/>
              <a:gd name="p0y2" fmla="*/ 0 h 6060"/>
              <a:gd name="p0x3" fmla="*/ 4110 w 4110"/>
              <a:gd name="p0y3" fmla="*/ 67 h 6060"/>
              <a:gd name="p0x4" fmla="*/ 4110 w 4110"/>
              <a:gd name="p0y4" fmla="*/ 150 h 6060"/>
              <a:gd name="p0x5" fmla="*/ 4110 w 4110"/>
              <a:gd name="p0y5" fmla="*/ 5910 h 6060"/>
              <a:gd name="p0x6" fmla="*/ 4110 w 4110"/>
              <a:gd name="p0y6" fmla="*/ 5992 h 6060"/>
              <a:gd name="p0x7" fmla="*/ 4042 w 4110"/>
              <a:gd name="p0y7" fmla="*/ 6060 h 6060"/>
              <a:gd name="p0x8" fmla="*/ 3960 w 4110"/>
              <a:gd name="p0y8" fmla="*/ 6060 h 6060"/>
              <a:gd name="p0x9" fmla="*/ 150 w 4110"/>
              <a:gd name="p0y9" fmla="*/ 6060 h 6060"/>
              <a:gd name="p0x10" fmla="*/ 67 w 4110"/>
              <a:gd name="p0y10" fmla="*/ 6060 h 6060"/>
              <a:gd name="p0x11" fmla="*/ 0 w 4110"/>
              <a:gd name="p0y11" fmla="*/ 5992 h 6060"/>
              <a:gd name="p0x12" fmla="*/ 0 w 4110"/>
              <a:gd name="p0y12" fmla="*/ 5910 h 6060"/>
              <a:gd name="p0x13" fmla="*/ 0 w 4110"/>
              <a:gd name="p0y13" fmla="*/ 150 h 6060"/>
              <a:gd name="p0x14" fmla="*/ 0 w 4110"/>
              <a:gd name="p0y14" fmla="*/ 67 h 6060"/>
              <a:gd name="p0x15" fmla="*/ 67 w 4110"/>
              <a:gd name="p0y15" fmla="*/ 0 h 6060"/>
              <a:gd name="p0x16" fmla="*/ 15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1304925"/>
            <a:ext cx="22193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延迟与尾部体验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205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4314" r="-4314"/>
          <a:stretch>
            <a:fillRect/>
          </a:stretch>
        </p:blipFill>
        <p:spPr>
          <a:xfrm>
            <a:off x="892810" y="2168525"/>
            <a:ext cx="175895" cy="2000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304925" y="2043874"/>
            <a:ext cx="1685925" cy="11337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静态直出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从约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altLang="en-US"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2.5s</a:t>
            </a:r>
            <a:r>
              <a:rPr lang="zh-CN" altLang="en-US"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降至</a:t>
            </a:r>
            <a:r>
              <a:rPr lang="en-US" altLang="zh-CN"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200ms</a:t>
            </a: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量级，高并发读的用户可感知延迟显著改善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771525" y="3585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500" t="-8333" r="-2500" b="-8333"/>
          <a:stretch>
            <a:fillRect/>
          </a:stretch>
        </p:blipFill>
        <p:spPr>
          <a:xfrm>
            <a:off x="880745" y="3695065"/>
            <a:ext cx="200025" cy="2000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1304925" y="3570770"/>
            <a:ext cx="1685925" cy="85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动态读最大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38902ms</a:t>
            </a:r>
            <a:r>
              <a:rPr 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，静态方案有效消除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栈排队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6"/>
            </p:custDataLst>
          </p:nvPr>
        </p:nvSpPr>
        <p:spPr>
          <a:xfrm>
            <a:off x="4790440" y="1109345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150 w 4110"/>
              <a:gd name="p0y0" fmla="*/ 0 h 6060"/>
              <a:gd name="p0x1" fmla="*/ 3960 w 4110"/>
              <a:gd name="p0y1" fmla="*/ 0 h 6060"/>
              <a:gd name="p0x2" fmla="*/ 4042 w 4110"/>
              <a:gd name="p0y2" fmla="*/ 0 h 6060"/>
              <a:gd name="p0x3" fmla="*/ 4110 w 4110"/>
              <a:gd name="p0y3" fmla="*/ 67 h 6060"/>
              <a:gd name="p0x4" fmla="*/ 4110 w 4110"/>
              <a:gd name="p0y4" fmla="*/ 150 h 6060"/>
              <a:gd name="p0x5" fmla="*/ 4110 w 4110"/>
              <a:gd name="p0y5" fmla="*/ 5910 h 6060"/>
              <a:gd name="p0x6" fmla="*/ 4110 w 4110"/>
              <a:gd name="p0y6" fmla="*/ 5992 h 6060"/>
              <a:gd name="p0x7" fmla="*/ 4042 w 4110"/>
              <a:gd name="p0y7" fmla="*/ 6060 h 6060"/>
              <a:gd name="p0x8" fmla="*/ 3960 w 4110"/>
              <a:gd name="p0y8" fmla="*/ 6060 h 6060"/>
              <a:gd name="p0x9" fmla="*/ 150 w 4110"/>
              <a:gd name="p0y9" fmla="*/ 6060 h 6060"/>
              <a:gd name="p0x10" fmla="*/ 67 w 4110"/>
              <a:gd name="p0y10" fmla="*/ 6060 h 6060"/>
              <a:gd name="p0x11" fmla="*/ 0 w 4110"/>
              <a:gd name="p0y11" fmla="*/ 5992 h 6060"/>
              <a:gd name="p0x12" fmla="*/ 0 w 4110"/>
              <a:gd name="p0y12" fmla="*/ 5910 h 6060"/>
              <a:gd name="p0x13" fmla="*/ 0 w 4110"/>
              <a:gd name="p0y13" fmla="*/ 150 h 6060"/>
              <a:gd name="p0x14" fmla="*/ 0 w 4110"/>
              <a:gd name="p0y14" fmla="*/ 67 h 6060"/>
              <a:gd name="p0x15" fmla="*/ 67 w 4110"/>
              <a:gd name="p0y15" fmla="*/ 0 h 6060"/>
              <a:gd name="p0x16" fmla="*/ 15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5072380" y="1304925"/>
            <a:ext cx="22193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稳定性与可用性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18"/>
            </p:custDataLst>
          </p:nvPr>
        </p:nvSpPr>
        <p:spPr>
          <a:xfrm>
            <a:off x="4937125" y="205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8333" t="-5263" r="-8333" b="-5263"/>
          <a:stretch>
            <a:fillRect/>
          </a:stretch>
        </p:blipFill>
        <p:spPr>
          <a:xfrm>
            <a:off x="5051425" y="2168525"/>
            <a:ext cx="200025" cy="20002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5520055" y="2028888"/>
            <a:ext cx="1685925" cy="8700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两种方案均可达到</a:t>
            </a:r>
            <a:r>
              <a:rPr lang="en-US"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0%</a:t>
            </a:r>
            <a:r>
              <a:rPr lang="zh-CN" altLang="en-US"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错误率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，静态读将流量挡在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endParaRPr lang="en-US" alt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4937125" y="3585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4314" t="-11765" r="-4314" b="-11765"/>
          <a:stretch>
            <a:fillRect/>
          </a:stretch>
        </p:blipFill>
        <p:spPr>
          <a:xfrm>
            <a:off x="5051425" y="3695065"/>
            <a:ext cx="175895" cy="2000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5520055" y="3611810"/>
            <a:ext cx="1685925" cy="8700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后端在纯读压测下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几乎无负载</a:t>
            </a: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，体现读写解耦对可用性的提升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9005570" y="1109345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150 w 4110"/>
              <a:gd name="p0y0" fmla="*/ 0 h 6060"/>
              <a:gd name="p0x1" fmla="*/ 3960 w 4110"/>
              <a:gd name="p0y1" fmla="*/ 0 h 6060"/>
              <a:gd name="p0x2" fmla="*/ 4042 w 4110"/>
              <a:gd name="p0y2" fmla="*/ 0 h 6060"/>
              <a:gd name="p0x3" fmla="*/ 4110 w 4110"/>
              <a:gd name="p0y3" fmla="*/ 67 h 6060"/>
              <a:gd name="p0x4" fmla="*/ 4110 w 4110"/>
              <a:gd name="p0y4" fmla="*/ 150 h 6060"/>
              <a:gd name="p0x5" fmla="*/ 4110 w 4110"/>
              <a:gd name="p0y5" fmla="*/ 5910 h 6060"/>
              <a:gd name="p0x6" fmla="*/ 4110 w 4110"/>
              <a:gd name="p0y6" fmla="*/ 5992 h 6060"/>
              <a:gd name="p0x7" fmla="*/ 4042 w 4110"/>
              <a:gd name="p0y7" fmla="*/ 6060 h 6060"/>
              <a:gd name="p0x8" fmla="*/ 3960 w 4110"/>
              <a:gd name="p0y8" fmla="*/ 6060 h 6060"/>
              <a:gd name="p0x9" fmla="*/ 150 w 4110"/>
              <a:gd name="p0y9" fmla="*/ 6060 h 6060"/>
              <a:gd name="p0x10" fmla="*/ 67 w 4110"/>
              <a:gd name="p0y10" fmla="*/ 6060 h 6060"/>
              <a:gd name="p0x11" fmla="*/ 0 w 4110"/>
              <a:gd name="p0y11" fmla="*/ 5992 h 6060"/>
              <a:gd name="p0x12" fmla="*/ 0 w 4110"/>
              <a:gd name="p0y12" fmla="*/ 5910 h 6060"/>
              <a:gd name="p0x13" fmla="*/ 0 w 4110"/>
              <a:gd name="p0y13" fmla="*/ 150 h 6060"/>
              <a:gd name="p0x14" fmla="*/ 0 w 4110"/>
              <a:gd name="p0y14" fmla="*/ 67 h 6060"/>
              <a:gd name="p0x15" fmla="*/ 67 w 4110"/>
              <a:gd name="p0y15" fmla="*/ 0 h 6060"/>
              <a:gd name="p0x16" fmla="*/ 15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9201150" y="1304925"/>
            <a:ext cx="22193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测试局限</a:t>
            </a:r>
            <a:endParaRPr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9201150" y="2054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9310370" y="2164080"/>
            <a:ext cx="200025" cy="20002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9734550" y="2042379"/>
            <a:ext cx="1685925" cy="856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同机压测</a:t>
            </a:r>
            <a:r>
              <a:rPr 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（非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）、单文章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、回环网络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9201150" y="3302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500" t="-11765" r="-2500" b="-11765"/>
          <a:stretch>
            <a:fillRect/>
          </a:stretch>
        </p:blipFill>
        <p:spPr>
          <a:xfrm>
            <a:off x="9310370" y="3411855"/>
            <a:ext cx="200025" cy="20002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39"/>
            </p:custDataLst>
          </p:nvPr>
        </p:nvSpPr>
        <p:spPr>
          <a:xfrm>
            <a:off x="9734550" y="3287401"/>
            <a:ext cx="1685925" cy="11474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生产环境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会高于本机静态结果，但</a:t>
            </a:r>
            <a:r>
              <a:rPr sz="1415" b="1" spc="-14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相对优化幅度</a:t>
            </a: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仍有参考价值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0"/>
            </p:custDataLst>
          </p:nvPr>
        </p:nvSpPr>
        <p:spPr>
          <a:xfrm>
            <a:off x="575945" y="5195570"/>
            <a:ext cx="3546475" cy="1276350"/>
          </a:xfrm>
          <a:custGeom>
            <a:avLst/>
            <a:gdLst>
              <a:gd name="sw" fmla="*/ 1 w 5585"/>
              <a:gd name="sh" fmla="*/ 1 h 2010"/>
              <a:gd name="mins" fmla="min sw sh"/>
              <a:gd name="dsw" fmla="+- 0 sw mins"/>
              <a:gd name="dsh" fmla="+- 0 sh mins"/>
              <a:gd name="p0x0" fmla="*/ 150 w 5585"/>
              <a:gd name="p0y0" fmla="*/ 0 h 2010"/>
              <a:gd name="p0x1" fmla="*/ 5435 w 5585"/>
              <a:gd name="p0y1" fmla="*/ 0 h 2010"/>
              <a:gd name="p0x2" fmla="*/ 5517 w 5585"/>
              <a:gd name="p0y2" fmla="*/ 0 h 2010"/>
              <a:gd name="p0x3" fmla="*/ 5585 w 5585"/>
              <a:gd name="p0y3" fmla="*/ 67 h 2010"/>
              <a:gd name="p0x4" fmla="*/ 5585 w 5585"/>
              <a:gd name="p0y4" fmla="*/ 150 h 2010"/>
              <a:gd name="p0x5" fmla="*/ 5585 w 5585"/>
              <a:gd name="p0y5" fmla="*/ 1860 h 2010"/>
              <a:gd name="p0x6" fmla="*/ 5585 w 5585"/>
              <a:gd name="p0y6" fmla="*/ 1942 h 2010"/>
              <a:gd name="p0x7" fmla="*/ 5517 w 5585"/>
              <a:gd name="p0y7" fmla="*/ 2010 h 2010"/>
              <a:gd name="p0x8" fmla="*/ 5435 w 5585"/>
              <a:gd name="p0y8" fmla="*/ 2010 h 2010"/>
              <a:gd name="p0x9" fmla="*/ 150 w 5585"/>
              <a:gd name="p0y9" fmla="*/ 2010 h 2010"/>
              <a:gd name="p0x10" fmla="*/ 67 w 5585"/>
              <a:gd name="p0y10" fmla="*/ 2010 h 2010"/>
              <a:gd name="p0x11" fmla="*/ 0 w 5585"/>
              <a:gd name="p0y11" fmla="*/ 1942 h 2010"/>
              <a:gd name="p0x12" fmla="*/ 0 w 5585"/>
              <a:gd name="p0y12" fmla="*/ 1860 h 2010"/>
              <a:gd name="p0x13" fmla="*/ 0 w 5585"/>
              <a:gd name="p0y13" fmla="*/ 150 h 2010"/>
              <a:gd name="p0x14" fmla="*/ 0 w 5585"/>
              <a:gd name="p0y14" fmla="*/ 67 h 2010"/>
              <a:gd name="p0x15" fmla="*/ 67 w 5585"/>
              <a:gd name="p0y15" fmla="*/ 0 h 2010"/>
              <a:gd name="p0x16" fmla="*/ 150 w 5585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1"/>
            </p:custDataLst>
          </p:nvPr>
        </p:nvSpPr>
        <p:spPr>
          <a:xfrm>
            <a:off x="771525" y="56241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1569" t="-12500" r="-1569" b="-12500"/>
          <a:stretch>
            <a:fillRect/>
          </a:stretch>
        </p:blipFill>
        <p:spPr>
          <a:xfrm>
            <a:off x="897255" y="5738495"/>
            <a:ext cx="167005" cy="1905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5"/>
            </p:custDataLst>
          </p:nvPr>
        </p:nvSpPr>
        <p:spPr>
          <a:xfrm>
            <a:off x="1304925" y="5277374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性能</a:t>
            </a:r>
            <a:endParaRPr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6"/>
            </p:custDataLst>
          </p:nvPr>
        </p:nvSpPr>
        <p:spPr>
          <a:xfrm>
            <a:off x="1304925" y="5552646"/>
            <a:ext cx="26225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Nginx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方案在高并发读场景下，延迟与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显著优于动态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getById</a:t>
            </a:r>
            <a:endParaRPr lang="en-US" altLang="zh-CN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7"/>
            </p:custDataLst>
          </p:nvPr>
        </p:nvSpPr>
        <p:spPr>
          <a:xfrm>
            <a:off x="4322445" y="5195570"/>
            <a:ext cx="3546475" cy="1276350"/>
          </a:xfrm>
          <a:custGeom>
            <a:avLst/>
            <a:gdLst>
              <a:gd name="sw" fmla="*/ 1 w 5585"/>
              <a:gd name="sh" fmla="*/ 1 h 2010"/>
              <a:gd name="mins" fmla="min sw sh"/>
              <a:gd name="dsw" fmla="+- 0 sw mins"/>
              <a:gd name="dsh" fmla="+- 0 sh mins"/>
              <a:gd name="p0x0" fmla="*/ 150 w 5585"/>
              <a:gd name="p0y0" fmla="*/ 0 h 2010"/>
              <a:gd name="p0x1" fmla="*/ 5435 w 5585"/>
              <a:gd name="p0y1" fmla="*/ 0 h 2010"/>
              <a:gd name="p0x2" fmla="*/ 5517 w 5585"/>
              <a:gd name="p0y2" fmla="*/ 0 h 2010"/>
              <a:gd name="p0x3" fmla="*/ 5585 w 5585"/>
              <a:gd name="p0y3" fmla="*/ 67 h 2010"/>
              <a:gd name="p0x4" fmla="*/ 5585 w 5585"/>
              <a:gd name="p0y4" fmla="*/ 150 h 2010"/>
              <a:gd name="p0x5" fmla="*/ 5585 w 5585"/>
              <a:gd name="p0y5" fmla="*/ 1860 h 2010"/>
              <a:gd name="p0x6" fmla="*/ 5585 w 5585"/>
              <a:gd name="p0y6" fmla="*/ 1942 h 2010"/>
              <a:gd name="p0x7" fmla="*/ 5517 w 5585"/>
              <a:gd name="p0y7" fmla="*/ 2010 h 2010"/>
              <a:gd name="p0x8" fmla="*/ 5435 w 5585"/>
              <a:gd name="p0y8" fmla="*/ 2010 h 2010"/>
              <a:gd name="p0x9" fmla="*/ 150 w 5585"/>
              <a:gd name="p0y9" fmla="*/ 2010 h 2010"/>
              <a:gd name="p0x10" fmla="*/ 67 w 5585"/>
              <a:gd name="p0y10" fmla="*/ 2010 h 2010"/>
              <a:gd name="p0x11" fmla="*/ 0 w 5585"/>
              <a:gd name="p0y11" fmla="*/ 1942 h 2010"/>
              <a:gd name="p0x12" fmla="*/ 0 w 5585"/>
              <a:gd name="p0y12" fmla="*/ 1860 h 2010"/>
              <a:gd name="p0x13" fmla="*/ 0 w 5585"/>
              <a:gd name="p0y13" fmla="*/ 150 h 2010"/>
              <a:gd name="p0x14" fmla="*/ 0 w 5585"/>
              <a:gd name="p0y14" fmla="*/ 67 h 2010"/>
              <a:gd name="p0x15" fmla="*/ 67 w 5585"/>
              <a:gd name="p0y15" fmla="*/ 0 h 2010"/>
              <a:gd name="p0x16" fmla="*/ 150 w 5585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48"/>
            </p:custDataLst>
          </p:nvPr>
        </p:nvSpPr>
        <p:spPr>
          <a:xfrm>
            <a:off x="4518025" y="56241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1569" t="-12500" r="-1569" b="-12500"/>
          <a:stretch>
            <a:fillRect/>
          </a:stretch>
        </p:blipFill>
        <p:spPr>
          <a:xfrm>
            <a:off x="4643755" y="5738495"/>
            <a:ext cx="167005" cy="1905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50"/>
            </p:custDataLst>
          </p:nvPr>
        </p:nvSpPr>
        <p:spPr>
          <a:xfrm>
            <a:off x="5051451" y="5414515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可用性</a:t>
            </a:r>
            <a:endParaRPr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1"/>
            </p:custDataLst>
          </p:nvPr>
        </p:nvSpPr>
        <p:spPr>
          <a:xfrm>
            <a:off x="5051451" y="5689787"/>
            <a:ext cx="26225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</a:rPr>
              <a:t>读流量与业务服务解耦，降低读峰对论坛其他功能的影响</a:t>
            </a:r>
            <a:endParaRPr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2"/>
            </p:custDataLst>
          </p:nvPr>
        </p:nvSpPr>
        <p:spPr>
          <a:xfrm>
            <a:off x="8068945" y="5195570"/>
            <a:ext cx="3546475" cy="1276350"/>
          </a:xfrm>
          <a:custGeom>
            <a:avLst/>
            <a:gdLst>
              <a:gd name="sw" fmla="*/ 1 w 5585"/>
              <a:gd name="sh" fmla="*/ 1 h 2010"/>
              <a:gd name="mins" fmla="min sw sh"/>
              <a:gd name="dsw" fmla="+- 0 sw mins"/>
              <a:gd name="dsh" fmla="+- 0 sh mins"/>
              <a:gd name="p0x0" fmla="*/ 150 w 5585"/>
              <a:gd name="p0y0" fmla="*/ 0 h 2010"/>
              <a:gd name="p0x1" fmla="*/ 5435 w 5585"/>
              <a:gd name="p0y1" fmla="*/ 0 h 2010"/>
              <a:gd name="p0x2" fmla="*/ 5517 w 5585"/>
              <a:gd name="p0y2" fmla="*/ 0 h 2010"/>
              <a:gd name="p0x3" fmla="*/ 5585 w 5585"/>
              <a:gd name="p0y3" fmla="*/ 67 h 2010"/>
              <a:gd name="p0x4" fmla="*/ 5585 w 5585"/>
              <a:gd name="p0y4" fmla="*/ 150 h 2010"/>
              <a:gd name="p0x5" fmla="*/ 5585 w 5585"/>
              <a:gd name="p0y5" fmla="*/ 1860 h 2010"/>
              <a:gd name="p0x6" fmla="*/ 5585 w 5585"/>
              <a:gd name="p0y6" fmla="*/ 1942 h 2010"/>
              <a:gd name="p0x7" fmla="*/ 5517 w 5585"/>
              <a:gd name="p0y7" fmla="*/ 2010 h 2010"/>
              <a:gd name="p0x8" fmla="*/ 5435 w 5585"/>
              <a:gd name="p0y8" fmla="*/ 2010 h 2010"/>
              <a:gd name="p0x9" fmla="*/ 150 w 5585"/>
              <a:gd name="p0y9" fmla="*/ 2010 h 2010"/>
              <a:gd name="p0x10" fmla="*/ 67 w 5585"/>
              <a:gd name="p0y10" fmla="*/ 2010 h 2010"/>
              <a:gd name="p0x11" fmla="*/ 0 w 5585"/>
              <a:gd name="p0y11" fmla="*/ 1942 h 2010"/>
              <a:gd name="p0x12" fmla="*/ 0 w 5585"/>
              <a:gd name="p0y12" fmla="*/ 1860 h 2010"/>
              <a:gd name="p0x13" fmla="*/ 0 w 5585"/>
              <a:gd name="p0y13" fmla="*/ 150 h 2010"/>
              <a:gd name="p0x14" fmla="*/ 0 w 5585"/>
              <a:gd name="p0y14" fmla="*/ 67 h 2010"/>
              <a:gd name="p0x15" fmla="*/ 67 w 5585"/>
              <a:gd name="p0y15" fmla="*/ 0 h 2010"/>
              <a:gd name="p0x16" fmla="*/ 150 w 5585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53"/>
            </p:custDataLst>
          </p:nvPr>
        </p:nvSpPr>
        <p:spPr>
          <a:xfrm>
            <a:off x="8264525" y="56241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1569" t="-12500" r="-1569" b="-12500"/>
          <a:stretch>
            <a:fillRect/>
          </a:stretch>
        </p:blipFill>
        <p:spPr>
          <a:xfrm>
            <a:off x="8390255" y="5738495"/>
            <a:ext cx="167005" cy="1905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55"/>
            </p:custDataLst>
          </p:nvPr>
        </p:nvSpPr>
        <p:spPr>
          <a:xfrm>
            <a:off x="8797976" y="5414515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可靠性</a:t>
            </a:r>
            <a:endParaRPr sz="15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6"/>
            </p:custDataLst>
          </p:nvPr>
        </p:nvSpPr>
        <p:spPr>
          <a:xfrm>
            <a:off x="8797976" y="5689787"/>
            <a:ext cx="26225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写时同步静态页与缓存失效；保留动态</a:t>
            </a:r>
            <a:r>
              <a:rPr lang="en-US" altLang="zh-CN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350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与批量重建能力</a:t>
            </a:r>
            <a:endParaRPr lang="zh-CN" altLang="en-US" sz="135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3" name="组合 62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测试评估与结论</a:t>
            </a:r>
            <a:endParaRPr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546475" cy="1485900"/>
          </a:xfrm>
          <a:custGeom>
            <a:avLst/>
            <a:gdLst>
              <a:gd name="sw" fmla="*/ 1 w 5585"/>
              <a:gd name="sh" fmla="*/ 1 h 2340"/>
              <a:gd name="mins" fmla="min sw sh"/>
              <a:gd name="dsw" fmla="+- 0 sw mins"/>
              <a:gd name="dsh" fmla="+- 0 sh mins"/>
              <a:gd name="p0x0" fmla="*/ 150 w 5585"/>
              <a:gd name="p0y0" fmla="*/ 0 h 2340"/>
              <a:gd name="p0x1" fmla="*/ 5435 w 5585"/>
              <a:gd name="p0y1" fmla="*/ 0 h 2340"/>
              <a:gd name="p0x2" fmla="*/ 5517 w 5585"/>
              <a:gd name="p0y2" fmla="*/ 0 h 2340"/>
              <a:gd name="p0x3" fmla="*/ 5585 w 5585"/>
              <a:gd name="p0y3" fmla="*/ 67 h 2340"/>
              <a:gd name="p0x4" fmla="*/ 5585 w 5585"/>
              <a:gd name="p0y4" fmla="*/ 150 h 2340"/>
              <a:gd name="p0x5" fmla="*/ 5585 w 5585"/>
              <a:gd name="p0y5" fmla="*/ 2190 h 2340"/>
              <a:gd name="p0x6" fmla="*/ 5585 w 5585"/>
              <a:gd name="p0y6" fmla="*/ 2272 h 2340"/>
              <a:gd name="p0x7" fmla="*/ 5517 w 5585"/>
              <a:gd name="p0y7" fmla="*/ 2340 h 2340"/>
              <a:gd name="p0x8" fmla="*/ 5435 w 5585"/>
              <a:gd name="p0y8" fmla="*/ 2340 h 2340"/>
              <a:gd name="p0x9" fmla="*/ 150 w 5585"/>
              <a:gd name="p0y9" fmla="*/ 2340 h 2340"/>
              <a:gd name="p0x10" fmla="*/ 67 w 5585"/>
              <a:gd name="p0y10" fmla="*/ 2340 h 2340"/>
              <a:gd name="p0x11" fmla="*/ 0 w 5585"/>
              <a:gd name="p0y11" fmla="*/ 2272 h 2340"/>
              <a:gd name="p0x12" fmla="*/ 0 w 5585"/>
              <a:gd name="p0y12" fmla="*/ 2190 h 2340"/>
              <a:gd name="p0x13" fmla="*/ 0 w 5585"/>
              <a:gd name="p0y13" fmla="*/ 150 h 2340"/>
              <a:gd name="p0x14" fmla="*/ 0 w 5585"/>
              <a:gd name="p0y14" fmla="*/ 67 h 2340"/>
              <a:gd name="p0x15" fmla="*/ 67 w 5585"/>
              <a:gd name="p0y15" fmla="*/ 0 h 2340"/>
              <a:gd name="p0x16" fmla="*/ 150 w 558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16046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t="-2083" r="-2083" b="-2083"/>
          <a:stretch>
            <a:fillRect/>
          </a:stretch>
        </p:blipFill>
        <p:spPr>
          <a:xfrm>
            <a:off x="899795" y="1733550"/>
            <a:ext cx="238125" cy="23812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381125" y="1304925"/>
            <a:ext cx="25463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测试配置</a:t>
            </a:r>
            <a:endParaRPr lang="en-US" altLang="zh-CN" sz="1200" spc="72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381125" y="1543050"/>
            <a:ext cx="2546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JMeter并发数500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总请求3000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4322445" y="1109345"/>
            <a:ext cx="3546475" cy="1485900"/>
          </a:xfrm>
          <a:custGeom>
            <a:avLst/>
            <a:gdLst>
              <a:gd name="sw" fmla="*/ 1 w 5585"/>
              <a:gd name="sh" fmla="*/ 1 h 2340"/>
              <a:gd name="mins" fmla="min sw sh"/>
              <a:gd name="dsw" fmla="+- 0 sw mins"/>
              <a:gd name="dsh" fmla="+- 0 sh mins"/>
              <a:gd name="p0x0" fmla="*/ 150 w 5585"/>
              <a:gd name="p0y0" fmla="*/ 0 h 2340"/>
              <a:gd name="p0x1" fmla="*/ 5435 w 5585"/>
              <a:gd name="p0y1" fmla="*/ 0 h 2340"/>
              <a:gd name="p0x2" fmla="*/ 5517 w 5585"/>
              <a:gd name="p0y2" fmla="*/ 0 h 2340"/>
              <a:gd name="p0x3" fmla="*/ 5585 w 5585"/>
              <a:gd name="p0y3" fmla="*/ 67 h 2340"/>
              <a:gd name="p0x4" fmla="*/ 5585 w 5585"/>
              <a:gd name="p0y4" fmla="*/ 150 h 2340"/>
              <a:gd name="p0x5" fmla="*/ 5585 w 5585"/>
              <a:gd name="p0y5" fmla="*/ 2190 h 2340"/>
              <a:gd name="p0x6" fmla="*/ 5585 w 5585"/>
              <a:gd name="p0y6" fmla="*/ 2272 h 2340"/>
              <a:gd name="p0x7" fmla="*/ 5517 w 5585"/>
              <a:gd name="p0y7" fmla="*/ 2340 h 2340"/>
              <a:gd name="p0x8" fmla="*/ 5435 w 5585"/>
              <a:gd name="p0y8" fmla="*/ 2340 h 2340"/>
              <a:gd name="p0x9" fmla="*/ 150 w 5585"/>
              <a:gd name="p0y9" fmla="*/ 2340 h 2340"/>
              <a:gd name="p0x10" fmla="*/ 67 w 5585"/>
              <a:gd name="p0y10" fmla="*/ 2340 h 2340"/>
              <a:gd name="p0x11" fmla="*/ 0 w 5585"/>
              <a:gd name="p0y11" fmla="*/ 2272 h 2340"/>
              <a:gd name="p0x12" fmla="*/ 0 w 5585"/>
              <a:gd name="p0y12" fmla="*/ 2190 h 2340"/>
              <a:gd name="p0x13" fmla="*/ 0 w 5585"/>
              <a:gd name="p0y13" fmla="*/ 150 h 2340"/>
              <a:gd name="p0x14" fmla="*/ 0 w 5585"/>
              <a:gd name="p0y14" fmla="*/ 67 h 2340"/>
              <a:gd name="p0x15" fmla="*/ 67 w 5585"/>
              <a:gd name="p0y15" fmla="*/ 0 h 2340"/>
              <a:gd name="p0x16" fmla="*/ 150 w 558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4518025" y="16046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9524" r="-2381" b="-9524"/>
          <a:stretch>
            <a:fillRect/>
          </a:stretch>
        </p:blipFill>
        <p:spPr>
          <a:xfrm>
            <a:off x="4660900" y="1733550"/>
            <a:ext cx="209550" cy="23812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5127651" y="1419225"/>
            <a:ext cx="25463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请求结果</a:t>
            </a:r>
            <a:endParaRPr lang="en-US" altLang="zh-CN" sz="1200" spc="72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5127625" y="1657350"/>
            <a:ext cx="352869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失败数 0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错误率 0%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127651" y="2047875"/>
            <a:ext cx="21518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zh-CN" altLang="en-US" sz="1415" b="1" spc="-14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8068945" y="1109345"/>
            <a:ext cx="3546475" cy="1485900"/>
          </a:xfrm>
          <a:custGeom>
            <a:avLst/>
            <a:gdLst>
              <a:gd name="sw" fmla="*/ 1 w 5585"/>
              <a:gd name="sh" fmla="*/ 1 h 2340"/>
              <a:gd name="mins" fmla="min sw sh"/>
              <a:gd name="dsw" fmla="+- 0 sw mins"/>
              <a:gd name="dsh" fmla="+- 0 sh mins"/>
              <a:gd name="p0x0" fmla="*/ 150 w 5585"/>
              <a:gd name="p0y0" fmla="*/ 0 h 2340"/>
              <a:gd name="p0x1" fmla="*/ 5435 w 5585"/>
              <a:gd name="p0y1" fmla="*/ 0 h 2340"/>
              <a:gd name="p0x2" fmla="*/ 5517 w 5585"/>
              <a:gd name="p0y2" fmla="*/ 0 h 2340"/>
              <a:gd name="p0x3" fmla="*/ 5585 w 5585"/>
              <a:gd name="p0y3" fmla="*/ 67 h 2340"/>
              <a:gd name="p0x4" fmla="*/ 5585 w 5585"/>
              <a:gd name="p0y4" fmla="*/ 150 h 2340"/>
              <a:gd name="p0x5" fmla="*/ 5585 w 5585"/>
              <a:gd name="p0y5" fmla="*/ 2190 h 2340"/>
              <a:gd name="p0x6" fmla="*/ 5585 w 5585"/>
              <a:gd name="p0y6" fmla="*/ 2272 h 2340"/>
              <a:gd name="p0x7" fmla="*/ 5517 w 5585"/>
              <a:gd name="p0y7" fmla="*/ 2340 h 2340"/>
              <a:gd name="p0x8" fmla="*/ 5435 w 5585"/>
              <a:gd name="p0y8" fmla="*/ 2340 h 2340"/>
              <a:gd name="p0x9" fmla="*/ 150 w 5585"/>
              <a:gd name="p0y9" fmla="*/ 2340 h 2340"/>
              <a:gd name="p0x10" fmla="*/ 67 w 5585"/>
              <a:gd name="p0y10" fmla="*/ 2340 h 2340"/>
              <a:gd name="p0x11" fmla="*/ 0 w 5585"/>
              <a:gd name="p0y11" fmla="*/ 2272 h 2340"/>
              <a:gd name="p0x12" fmla="*/ 0 w 5585"/>
              <a:gd name="p0y12" fmla="*/ 2190 h 2340"/>
              <a:gd name="p0x13" fmla="*/ 0 w 5585"/>
              <a:gd name="p0y13" fmla="*/ 150 h 2340"/>
              <a:gd name="p0x14" fmla="*/ 0 w 5585"/>
              <a:gd name="p0y14" fmla="*/ 67 h 2340"/>
              <a:gd name="p0x15" fmla="*/ 67 w 5585"/>
              <a:gd name="p0y15" fmla="*/ 0 h 2340"/>
              <a:gd name="p0x16" fmla="*/ 150 w 558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9525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8264525" y="16046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778" t="-2083" r="-2778" b="-2083"/>
          <a:stretch>
            <a:fillRect/>
          </a:stretch>
        </p:blipFill>
        <p:spPr>
          <a:xfrm>
            <a:off x="8421370" y="1733550"/>
            <a:ext cx="180975" cy="23812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8874176" y="1309688"/>
            <a:ext cx="25463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8E7F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响应表现</a:t>
            </a:r>
            <a:endParaRPr lang="en-US" altLang="zh-CN" sz="1200" spc="72">
              <a:solidFill>
                <a:srgbClr val="8E7F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8874176" y="1547813"/>
            <a:ext cx="2546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平均663.89ms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2100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中位数261ms</a:t>
            </a:r>
            <a:endParaRPr sz="2100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575310" y="2832735"/>
            <a:ext cx="11040745" cy="2023110"/>
          </a:xfrm>
          <a:custGeom>
            <a:avLst/>
            <a:gdLst>
              <a:gd name="sw" fmla="*/ 1 w 20692"/>
              <a:gd name="sh" fmla="*/ 1 h 3791"/>
              <a:gd name="mins" fmla="min sw sh"/>
              <a:gd name="dsw" fmla="+- 0 sw mins"/>
              <a:gd name="dsh" fmla="+- 0 sh mins"/>
              <a:gd name="p0x0" fmla="*/ 150 w 20692"/>
              <a:gd name="p0y0" fmla="*/ 0 h 3791"/>
              <a:gd name="p0x1" fmla="*/ 20542 w 20692"/>
              <a:gd name="p0y1" fmla="*/ 0 h 3791"/>
              <a:gd name="p0x2" fmla="*/ 20625 w 20692"/>
              <a:gd name="p0y2" fmla="*/ 0 h 3791"/>
              <a:gd name="p0x3" fmla="*/ 20692 w 20692"/>
              <a:gd name="p0y3" fmla="*/ 67 h 3791"/>
              <a:gd name="p0x4" fmla="*/ 20692 w 20692"/>
              <a:gd name="p0y4" fmla="*/ 150 h 3791"/>
              <a:gd name="p0x5" fmla="*/ 20692 w 20692"/>
              <a:gd name="p0y5" fmla="*/ 3641 h 3791"/>
              <a:gd name="p0x6" fmla="*/ 20692 w 20692"/>
              <a:gd name="p0y6" fmla="*/ 3724 h 3791"/>
              <a:gd name="p0x7" fmla="*/ 20625 w 20692"/>
              <a:gd name="p0y7" fmla="*/ 3791 h 3791"/>
              <a:gd name="p0x8" fmla="*/ 20542 w 20692"/>
              <a:gd name="p0y8" fmla="*/ 3791 h 3791"/>
              <a:gd name="p0x9" fmla="*/ 150 w 20692"/>
              <a:gd name="p0y9" fmla="*/ 3791 h 3791"/>
              <a:gd name="p0x10" fmla="*/ 67 w 20692"/>
              <a:gd name="p0y10" fmla="*/ 3791 h 3791"/>
              <a:gd name="p0x11" fmla="*/ 0 w 20692"/>
              <a:gd name="p0y11" fmla="*/ 3724 h 3791"/>
              <a:gd name="p0x12" fmla="*/ 0 w 20692"/>
              <a:gd name="p0y12" fmla="*/ 3641 h 3791"/>
              <a:gd name="p0x13" fmla="*/ 0 w 20692"/>
              <a:gd name="p0y13" fmla="*/ 150 h 3791"/>
              <a:gd name="p0x14" fmla="*/ 0 w 20692"/>
              <a:gd name="p0y14" fmla="*/ 67 h 3791"/>
              <a:gd name="p0x15" fmla="*/ 67 w 20692"/>
              <a:gd name="p0y15" fmla="*/ 0 h 3791"/>
              <a:gd name="p0x16" fmla="*/ 150 w 20692"/>
              <a:gd name="p0y16" fmla="*/ 0 h 37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8004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739775" y="2997200"/>
            <a:ext cx="351790" cy="35179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835660" y="3093085"/>
            <a:ext cx="160020" cy="16002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1188085" y="3046730"/>
            <a:ext cx="1152525" cy="252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1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吞吐量</a:t>
            </a:r>
            <a:endParaRPr sz="151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39775" y="3445510"/>
            <a:ext cx="10712450" cy="262890"/>
            <a:chOff x="1165" y="5426"/>
            <a:chExt cx="16870" cy="414"/>
          </a:xfrm>
        </p:grpSpPr>
        <p:sp>
          <p:nvSpPr>
            <p:cNvPr id="29" name="任意多边形 28"/>
            <p:cNvSpPr/>
            <p:nvPr>
              <p:custDataLst>
                <p:tags r:id="rId32"/>
              </p:custDataLst>
            </p:nvPr>
          </p:nvSpPr>
          <p:spPr>
            <a:xfrm>
              <a:off x="1165" y="5426"/>
              <a:ext cx="16870" cy="415"/>
            </a:xfrm>
            <a:custGeom>
              <a:avLst/>
              <a:gdLst>
                <a:gd name="sw" fmla="*/ 1 w 20077"/>
                <a:gd name="sh" fmla="*/ 1 h 494"/>
                <a:gd name="mins" fmla="min sw sh"/>
                <a:gd name="dsw" fmla="+- 0 sw mins"/>
                <a:gd name="dsh" fmla="+- 0 sh mins"/>
                <a:gd name="p0x0" fmla="*/ 0 w 20077"/>
                <a:gd name="p0y0" fmla="*/ 0 h 494"/>
                <a:gd name="p0x1" fmla="*/ 20077 w 20077"/>
                <a:gd name="p0y1" fmla="*/ 0 h 494"/>
                <a:gd name="p0x2" fmla="*/ 20077 w 20077"/>
                <a:gd name="p0y2" fmla="*/ 494 h 494"/>
                <a:gd name="p0x3" fmla="*/ 0 w 20077"/>
                <a:gd name="p0y3" fmla="*/ 494 h 494"/>
                <a:gd name="p0x4" fmla="*/ 0 w 20077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33"/>
              </p:custDataLst>
            </p:nvPr>
          </p:nvSpPr>
          <p:spPr>
            <a:xfrm>
              <a:off x="1165" y="5828"/>
              <a:ext cx="16870" cy="13"/>
            </a:xfrm>
            <a:custGeom>
              <a:avLst/>
              <a:gdLst>
                <a:gd name="sw" fmla="*/ 1 w 20077"/>
                <a:gd name="sh" fmla="*/ 1 h 15"/>
                <a:gd name="mins" fmla="min sw sh"/>
                <a:gd name="dsw" fmla="+- 0 sw mins"/>
                <a:gd name="dsh" fmla="+- 0 sh mins"/>
                <a:gd name="p0x0" fmla="*/ 20077 w 20077"/>
                <a:gd name="p0y0" fmla="*/ 15 h 15"/>
                <a:gd name="p0x1" fmla="*/ 0 w 20077"/>
                <a:gd name="p0y1" fmla="*/ 15 h 15"/>
                <a:gd name="p0x2" fmla="*/ 0 w 20077"/>
                <a:gd name="p0y2" fmla="*/ 0 h 15"/>
                <a:gd name="p0x3" fmla="*/ 20077 w 20077"/>
                <a:gd name="p0y3" fmla="*/ 0 h 15"/>
                <a:gd name="p0x4" fmla="*/ 20077 w 20077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739775" y="3488690"/>
            <a:ext cx="2486660" cy="168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5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53.10 transactions/s</a:t>
            </a:r>
            <a:endParaRPr sz="1005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1635760" y="3488690"/>
            <a:ext cx="9816465" cy="168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zh-CN" altLang="en-US" sz="1005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739775" y="3772535"/>
            <a:ext cx="10712450" cy="264160"/>
            <a:chOff x="1165" y="5941"/>
            <a:chExt cx="16870" cy="416"/>
          </a:xfrm>
        </p:grpSpPr>
        <p:sp>
          <p:nvSpPr>
            <p:cNvPr id="34" name="任意多边形 33"/>
            <p:cNvSpPr/>
            <p:nvPr>
              <p:custDataLst>
                <p:tags r:id="rId36"/>
              </p:custDataLst>
            </p:nvPr>
          </p:nvSpPr>
          <p:spPr>
            <a:xfrm>
              <a:off x="1165" y="5941"/>
              <a:ext cx="16870" cy="416"/>
            </a:xfrm>
            <a:custGeom>
              <a:avLst/>
              <a:gdLst>
                <a:gd name="sw" fmla="*/ 1 w 20077"/>
                <a:gd name="sh" fmla="*/ 1 h 494"/>
                <a:gd name="mins" fmla="min sw sh"/>
                <a:gd name="dsw" fmla="+- 0 sw mins"/>
                <a:gd name="dsh" fmla="+- 0 sh mins"/>
                <a:gd name="p0x0" fmla="*/ 0 w 20077"/>
                <a:gd name="p0y0" fmla="*/ 0 h 494"/>
                <a:gd name="p0x1" fmla="*/ 20077 w 20077"/>
                <a:gd name="p0y1" fmla="*/ 0 h 494"/>
                <a:gd name="p0x2" fmla="*/ 20077 w 20077"/>
                <a:gd name="p0y2" fmla="*/ 494 h 494"/>
                <a:gd name="p0x3" fmla="*/ 0 w 20077"/>
                <a:gd name="p0y3" fmla="*/ 494 h 494"/>
                <a:gd name="p0x4" fmla="*/ 0 w 20077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7"/>
              </p:custDataLst>
            </p:nvPr>
          </p:nvSpPr>
          <p:spPr>
            <a:xfrm>
              <a:off x="1165" y="6344"/>
              <a:ext cx="16870" cy="13"/>
            </a:xfrm>
            <a:custGeom>
              <a:avLst/>
              <a:gdLst>
                <a:gd name="sw" fmla="*/ 1 w 20077"/>
                <a:gd name="sh" fmla="*/ 1 h 15"/>
                <a:gd name="mins" fmla="min sw sh"/>
                <a:gd name="dsw" fmla="+- 0 sw mins"/>
                <a:gd name="dsh" fmla="+- 0 sh mins"/>
                <a:gd name="p0x0" fmla="*/ 20077 w 20077"/>
                <a:gd name="p0y0" fmla="*/ 15 h 15"/>
                <a:gd name="p0x1" fmla="*/ 0 w 20077"/>
                <a:gd name="p0y1" fmla="*/ 15 h 15"/>
                <a:gd name="p0x2" fmla="*/ 0 w 20077"/>
                <a:gd name="p0y2" fmla="*/ 0 h 15"/>
                <a:gd name="p0x3" fmla="*/ 20077 w 20077"/>
                <a:gd name="p0y3" fmla="*/ 0 h 15"/>
                <a:gd name="p0x4" fmla="*/ 20077 w 20077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38"/>
            </p:custDataLst>
          </p:nvPr>
        </p:nvSpPr>
        <p:spPr>
          <a:xfrm>
            <a:off x="739775" y="3816985"/>
            <a:ext cx="800100" cy="16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5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尾部延迟</a:t>
            </a:r>
            <a:endParaRPr sz="1005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9"/>
            </p:custDataLst>
          </p:nvPr>
        </p:nvSpPr>
        <p:spPr>
          <a:xfrm>
            <a:off x="1635760" y="3816985"/>
            <a:ext cx="9816465" cy="16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05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P90 1914.90ms，P95 2399.95ms，P99 2745.85ms</a:t>
            </a:r>
            <a:endParaRPr lang="zh-CN" altLang="en-US" sz="1005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739775" y="4100195"/>
            <a:ext cx="10712450" cy="262890"/>
            <a:chOff x="1165" y="6457"/>
            <a:chExt cx="16870" cy="414"/>
          </a:xfrm>
        </p:grpSpPr>
        <p:sp>
          <p:nvSpPr>
            <p:cNvPr id="39" name="任意多边形 38"/>
            <p:cNvSpPr/>
            <p:nvPr>
              <p:custDataLst>
                <p:tags r:id="rId40"/>
              </p:custDataLst>
            </p:nvPr>
          </p:nvSpPr>
          <p:spPr>
            <a:xfrm>
              <a:off x="1165" y="6457"/>
              <a:ext cx="16870" cy="415"/>
            </a:xfrm>
            <a:custGeom>
              <a:avLst/>
              <a:gdLst>
                <a:gd name="sw" fmla="*/ 1 w 20077"/>
                <a:gd name="sh" fmla="*/ 1 h 494"/>
                <a:gd name="mins" fmla="min sw sh"/>
                <a:gd name="dsw" fmla="+- 0 sw mins"/>
                <a:gd name="dsh" fmla="+- 0 sh mins"/>
                <a:gd name="p0x0" fmla="*/ 0 w 20077"/>
                <a:gd name="p0y0" fmla="*/ 0 h 494"/>
                <a:gd name="p0x1" fmla="*/ 20077 w 20077"/>
                <a:gd name="p0y1" fmla="*/ 0 h 494"/>
                <a:gd name="p0x2" fmla="*/ 20077 w 20077"/>
                <a:gd name="p0y2" fmla="*/ 494 h 494"/>
                <a:gd name="p0x3" fmla="*/ 0 w 20077"/>
                <a:gd name="p0y3" fmla="*/ 494 h 494"/>
                <a:gd name="p0x4" fmla="*/ 0 w 20077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41"/>
              </p:custDataLst>
            </p:nvPr>
          </p:nvSpPr>
          <p:spPr>
            <a:xfrm>
              <a:off x="1165" y="6859"/>
              <a:ext cx="16870" cy="13"/>
            </a:xfrm>
            <a:custGeom>
              <a:avLst/>
              <a:gdLst>
                <a:gd name="sw" fmla="*/ 1 w 20077"/>
                <a:gd name="sh" fmla="*/ 1 h 15"/>
                <a:gd name="mins" fmla="min sw sh"/>
                <a:gd name="dsw" fmla="+- 0 sw mins"/>
                <a:gd name="dsh" fmla="+- 0 sh mins"/>
                <a:gd name="p0x0" fmla="*/ 20077 w 20077"/>
                <a:gd name="p0y0" fmla="*/ 15 h 15"/>
                <a:gd name="p0x1" fmla="*/ 0 w 20077"/>
                <a:gd name="p0y1" fmla="*/ 15 h 15"/>
                <a:gd name="p0x2" fmla="*/ 0 w 20077"/>
                <a:gd name="p0y2" fmla="*/ 0 h 15"/>
                <a:gd name="p0x3" fmla="*/ 20077 w 20077"/>
                <a:gd name="p0y3" fmla="*/ 0 h 15"/>
                <a:gd name="p0x4" fmla="*/ 20077 w 20077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>
            <p:custDataLst>
              <p:tags r:id="rId42"/>
            </p:custDataLst>
          </p:nvPr>
        </p:nvSpPr>
        <p:spPr>
          <a:xfrm>
            <a:off x="739775" y="4144645"/>
            <a:ext cx="800100" cy="16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5" b="1">
                <a:solidFill>
                  <a:srgbClr val="FF8A3A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005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3"/>
            </p:custDataLst>
          </p:nvPr>
        </p:nvSpPr>
        <p:spPr>
          <a:xfrm>
            <a:off x="1635760" y="4144645"/>
            <a:ext cx="9816465" cy="16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5">
                <a:solidFill>
                  <a:srgbClr val="6B5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缓冲写入有效降低数据库瞬时压力，500 并发下保持 0% 错误率</a:t>
            </a:r>
            <a:endParaRPr lang="zh-CN" altLang="en-US" sz="1005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4"/>
            </p:custDataLst>
          </p:nvPr>
        </p:nvSpPr>
        <p:spPr>
          <a:xfrm>
            <a:off x="739775" y="4476115"/>
            <a:ext cx="800100" cy="168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005" b="1">
              <a:solidFill>
                <a:srgbClr val="FF8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5"/>
            </p:custDataLst>
          </p:nvPr>
        </p:nvSpPr>
        <p:spPr>
          <a:xfrm>
            <a:off x="1635760" y="4476115"/>
            <a:ext cx="9816465" cy="168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zh-CN" altLang="en-US" sz="1005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6"/>
            </p:custDataLst>
          </p:nvPr>
        </p:nvSpPr>
        <p:spPr>
          <a:xfrm>
            <a:off x="575310" y="5024120"/>
            <a:ext cx="11040745" cy="1457960"/>
          </a:xfrm>
          <a:custGeom>
            <a:avLst/>
            <a:gdLst>
              <a:gd name="sw" fmla="*/ 1 w 20692"/>
              <a:gd name="sh" fmla="*/ 1 h 2733"/>
              <a:gd name="mins" fmla="min sw sh"/>
              <a:gd name="dsw" fmla="+- 0 sw mins"/>
              <a:gd name="dsh" fmla="+- 0 sh mins"/>
              <a:gd name="p0x0" fmla="*/ 150 w 20692"/>
              <a:gd name="p0y0" fmla="*/ 0 h 2733"/>
              <a:gd name="p0x1" fmla="*/ 20542 w 20692"/>
              <a:gd name="p0y1" fmla="*/ 0 h 2733"/>
              <a:gd name="p0x2" fmla="*/ 20625 w 20692"/>
              <a:gd name="p0y2" fmla="*/ 0 h 2733"/>
              <a:gd name="p0x3" fmla="*/ 20692 w 20692"/>
              <a:gd name="p0y3" fmla="*/ 67 h 2733"/>
              <a:gd name="p0x4" fmla="*/ 20692 w 20692"/>
              <a:gd name="p0y4" fmla="*/ 150 h 2733"/>
              <a:gd name="p0x5" fmla="*/ 20692 w 20692"/>
              <a:gd name="p0y5" fmla="*/ 2583 h 2733"/>
              <a:gd name="p0x6" fmla="*/ 20692 w 20692"/>
              <a:gd name="p0y6" fmla="*/ 2665 h 2733"/>
              <a:gd name="p0x7" fmla="*/ 20625 w 20692"/>
              <a:gd name="p0y7" fmla="*/ 2733 h 2733"/>
              <a:gd name="p0x8" fmla="*/ 20542 w 20692"/>
              <a:gd name="p0y8" fmla="*/ 2733 h 2733"/>
              <a:gd name="p0x9" fmla="*/ 150 w 20692"/>
              <a:gd name="p0y9" fmla="*/ 2733 h 2733"/>
              <a:gd name="p0x10" fmla="*/ 67 w 20692"/>
              <a:gd name="p0y10" fmla="*/ 2733 h 2733"/>
              <a:gd name="p0x11" fmla="*/ 0 w 20692"/>
              <a:gd name="p0y11" fmla="*/ 2665 h 2733"/>
              <a:gd name="p0x12" fmla="*/ 0 w 20692"/>
              <a:gd name="p0y12" fmla="*/ 2583 h 2733"/>
              <a:gd name="p0x13" fmla="*/ 0 w 20692"/>
              <a:gd name="p0y13" fmla="*/ 150 h 2733"/>
              <a:gd name="p0x14" fmla="*/ 0 w 20692"/>
              <a:gd name="p0y14" fmla="*/ 67 h 2733"/>
              <a:gd name="p0x15" fmla="*/ 67 w 20692"/>
              <a:gd name="p0y15" fmla="*/ 0 h 2733"/>
              <a:gd name="p0x16" fmla="*/ 150 w 20692"/>
              <a:gd name="p0y16" fmla="*/ 0 h 27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118"/>
            </a:srgbClr>
          </a:solidFill>
          <a:ln w="8004" cmpd="sng">
            <a:solidFill>
              <a:srgbClr val="E5DCD6"/>
            </a:solidFill>
            <a:prstDash val="solid"/>
          </a:ln>
          <a:effectLst>
            <a:outerShdw blurRad="285750" dist="76200" dir="5399999" algn="ctr" rotWithShape="0">
              <a:srgbClr val="441900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7"/>
            </p:custDataLst>
          </p:nvPr>
        </p:nvSpPr>
        <p:spPr>
          <a:xfrm>
            <a:off x="739775" y="5187950"/>
            <a:ext cx="351790" cy="35179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t="-5556" b="-5556"/>
          <a:stretch>
            <a:fillRect/>
          </a:stretch>
        </p:blipFill>
        <p:spPr>
          <a:xfrm>
            <a:off x="835660" y="5283835"/>
            <a:ext cx="160020" cy="16002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1"/>
            </p:custDataLst>
          </p:nvPr>
        </p:nvSpPr>
        <p:spPr>
          <a:xfrm>
            <a:off x="1188085" y="5238115"/>
            <a:ext cx="1344295" cy="252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1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后续优化</a:t>
            </a:r>
            <a:endParaRPr sz="151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2"/>
            </p:custDataLst>
          </p:nvPr>
        </p:nvSpPr>
        <p:spPr>
          <a:xfrm>
            <a:off x="739775" y="5624830"/>
            <a:ext cx="10712450" cy="2755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005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继续优化线程池、Redis 连接池、部署实例数，并进行更长时间压测</a:t>
            </a:r>
            <a:endParaRPr sz="126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3"/>
            </p:custDataLst>
          </p:nvPr>
        </p:nvSpPr>
        <p:spPr>
          <a:xfrm>
            <a:off x="739775" y="5855335"/>
            <a:ext cx="107124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endParaRPr lang="zh-CN" altLang="en-US" sz="1260">
              <a:solidFill>
                <a:srgbClr val="6B5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739775" y="6097905"/>
            <a:ext cx="10712450" cy="219710"/>
            <a:chOff x="1165" y="9603"/>
            <a:chExt cx="16870" cy="346"/>
          </a:xfrm>
        </p:grpSpPr>
        <p:sp>
          <p:nvSpPr>
            <p:cNvPr id="52" name="任意多边形 51"/>
            <p:cNvSpPr/>
            <p:nvPr>
              <p:custDataLst>
                <p:tags r:id="rId54"/>
              </p:custDataLst>
            </p:nvPr>
          </p:nvSpPr>
          <p:spPr>
            <a:xfrm>
              <a:off x="1165" y="9603"/>
              <a:ext cx="16870" cy="347"/>
            </a:xfrm>
            <a:custGeom>
              <a:avLst/>
              <a:gdLst>
                <a:gd name="sw" fmla="*/ 1 w 20077"/>
                <a:gd name="sh" fmla="*/ 1 h 412"/>
                <a:gd name="mins" fmla="min sw sh"/>
                <a:gd name="dsw" fmla="+- 0 sw mins"/>
                <a:gd name="dsh" fmla="+- 0 sh mins"/>
                <a:gd name="p0x0" fmla="*/ 0 w 20077"/>
                <a:gd name="p0y0" fmla="*/ 0 h 412"/>
                <a:gd name="p0x1" fmla="*/ 20077 w 20077"/>
                <a:gd name="p0y1" fmla="*/ 0 h 412"/>
                <a:gd name="p0x2" fmla="*/ 20077 w 20077"/>
                <a:gd name="p0y2" fmla="*/ 412 h 412"/>
                <a:gd name="p0x3" fmla="*/ 0 w 20077"/>
                <a:gd name="p0y3" fmla="*/ 412 h 412"/>
                <a:gd name="p0x4" fmla="*/ 0 w 20077"/>
                <a:gd name="p0y4" fmla="*/ 0 h 4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55"/>
              </p:custDataLst>
            </p:nvPr>
          </p:nvSpPr>
          <p:spPr>
            <a:xfrm>
              <a:off x="1165" y="9603"/>
              <a:ext cx="16870" cy="13"/>
            </a:xfrm>
            <a:custGeom>
              <a:avLst/>
              <a:gdLst>
                <a:gd name="sw" fmla="*/ 1 w 20077"/>
                <a:gd name="sh" fmla="*/ 1 h 15"/>
                <a:gd name="mins" fmla="min sw sh"/>
                <a:gd name="dsw" fmla="+- 0 sw mins"/>
                <a:gd name="dsh" fmla="+- 0 sh mins"/>
                <a:gd name="p0x0" fmla="*/ 0 w 20077"/>
                <a:gd name="p0y0" fmla="*/ 0 h 15"/>
                <a:gd name="p0x1" fmla="*/ 20077 w 20077"/>
                <a:gd name="p0y1" fmla="*/ 0 h 15"/>
                <a:gd name="p0x2" fmla="*/ 20077 w 20077"/>
                <a:gd name="p0y2" fmla="*/ 15 h 15"/>
                <a:gd name="p0x3" fmla="*/ 0 w 20077"/>
                <a:gd name="p0y3" fmla="*/ 15 h 15"/>
                <a:gd name="p0x4" fmla="*/ 0 w 20077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6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001" name="JMeter 测试结果截图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952490" y="2645410"/>
            <a:ext cx="570611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Noto Sans CJK SC"/>
              </a:rPr>
              <a:t>测试评估：功能、性能与可靠异步验证</a:t>
            </a:r>
            <a:endParaRPr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94360" y="868680"/>
            <a:ext cx="3429000" cy="91440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40664" y="96926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功能正确性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758952" y="122529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Noto Sans CJK SC"/>
              </a:rPr>
              <a:t>关键词、正文命中、高亮、分页、时间筛选</a:t>
            </a:r>
            <a:endParaRPr sz="1040" b="0">
              <a:solidFill>
                <a:srgbClr val="26354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389120" y="868680"/>
            <a:ext cx="3429000" cy="91440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535424" y="96926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性能稳定性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553712" y="122529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JMeter 高并发压测，分析错误率、响应时间和吞吐量</a:t>
            </a:r>
            <a:endParaRPr sz="1040" b="0">
              <a:solidFill>
                <a:srgbClr val="263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183880" y="868680"/>
            <a:ext cx="3429000" cy="914400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8330184" y="96926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可靠异步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8348472" y="122529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040" b="0">
                <a:solidFill>
                  <a:srgbClr val="263542"/>
                </a:solidFill>
                <a:latin typeface="Noto Sans CJK SC"/>
              </a:rPr>
              <a:t>验证任务持久化、重试、失败终态、复制延迟与对账补偿</a:t>
            </a:r>
            <a:endParaRPr sz="1040" b="0">
              <a:solidFill>
                <a:srgbClr val="263542"/>
              </a:solidFill>
              <a:latin typeface="Noto Sans CJK SC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" y="2148840"/>
          <a:ext cx="370331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385"/>
                <a:gridCol w="2483934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01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配置/对象</a:t>
                      </a:r>
                      <a:endParaRPr sz="101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后端服务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bbs-rest、bbs-article-service、ES Sync Worker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MySQL Primary + Replica、MongoDB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搜索引擎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Elasticsearch，索引 bbs_article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压测工具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Apache JMeter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核心接口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 /api/bbs/article/search / 重建与同步接口</a:t>
                      </a:r>
                      <a:endParaRPr sz="101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0" y="2148840"/>
          <a:ext cx="704087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621"/>
                <a:gridCol w="2761129"/>
                <a:gridCol w="2761129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测试项</a:t>
                      </a:r>
                      <a:endParaRPr sz="96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验证点</a:t>
                      </a:r>
                      <a:endParaRPr sz="96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判断依据</a:t>
                      </a:r>
                      <a:endParaRPr sz="96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T-ES-01 功能搜索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全文检索、分页、高亮、时间筛选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返回结果、highlight 字段与预期一致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T-ES-02 索引同步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新增、更新、审核、删除后任务产生并落 ES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任务状态 SUCCESS，搜索结果变化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T-ES-03 性能压测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 线程、20000 次请求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错误率、RT 分位、吞吐量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T-ES-04 可靠性补充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模拟 Worker 失败、ES 写入失败、主从延迟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可重试、可失败终态、可对账补偿</a:t>
                      </a:r>
                      <a:endParaRPr sz="96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85800" y="5230368"/>
            <a:ext cx="10789920" cy="475488"/>
          </a:xfrm>
          <a:prstGeom prst="roundRect">
            <a:avLst/>
          </a:prstGeom>
          <a:solidFill>
            <a:srgbClr val="EB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300" b="1">
                <a:solidFill>
                  <a:srgbClr val="0E3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说明：已有 JMeter 结果用于证明搜索接口阶段性性能；新架构重点补充“任务不丢、失败可见、最终可补偿”的可靠性验证。</a:t>
            </a:r>
            <a:endParaRPr sz="1300" b="1">
              <a:solidFill>
                <a:srgbClr val="0E3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146304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146304"/>
          </a:xfrm>
          <a:prstGeom prst="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8686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200" b="1">
                <a:solidFill>
                  <a:srgbClr val="0E3454"/>
                </a:solidFill>
                <a:latin typeface="Noto Sans CJK SC"/>
              </a:rPr>
              <a:t>测试结果与阶段性评估</a:t>
            </a:r>
            <a:endParaRPr sz="2200" b="1">
              <a:solidFill>
                <a:srgbClr val="0E3454"/>
              </a:solidFill>
              <a:latin typeface="Noto Sans CJK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347472"/>
            <a:ext cx="45720" cy="310896"/>
          </a:xfrm>
          <a:prstGeom prst="rect">
            <a:avLst/>
          </a:prstGeom>
          <a:solidFill>
            <a:srgbClr val="FF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896112"/>
          <a:ext cx="36118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512"/>
                <a:gridCol w="1952367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02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sz="102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总请求数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20000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错误数 / 错误率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/ 0.00%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RT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385.64 ms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中位数 RT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379 ms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P90 / P95 / P99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594 / 689 / 1192 ms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吞吐量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1189.77 req/s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APDEX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2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0.884</a:t>
                      </a:r>
                      <a:endParaRPr sz="102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434840" y="896112"/>
            <a:ext cx="7178040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81144" y="996696"/>
            <a:ext cx="6885431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JMeter Dashboard 关键截图</a:t>
            </a:r>
            <a:endParaRPr sz="1250" b="1">
              <a:solidFill>
                <a:srgbClr val="FF7E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243584"/>
            <a:ext cx="6601968" cy="3265035"/>
          </a:xfrm>
          <a:prstGeom prst="rect">
            <a:avLst/>
          </a:prstGeom>
        </p:spPr>
      </p:pic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594360" y="3794760"/>
            <a:ext cx="3611880" cy="169164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740664" y="3895344"/>
            <a:ext cx="331927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功能与索引验证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758952" y="4233672"/>
            <a:ext cx="3291840" cy="604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 node 命中 2 篇文章，覆盖正文命中场景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 highlightTitle / highlightContent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分页、时间筛选与重建后可搜索性验证通过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434840" y="3794760"/>
            <a:ext cx="3429000" cy="1691640"/>
          </a:xfrm>
          <a:prstGeom prst="roundRect">
            <a:avLst/>
          </a:prstGeom>
          <a:solidFill>
            <a:srgbClr val="EBF4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581144" y="3895344"/>
            <a:ext cx="3136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性能结论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599431" y="4233672"/>
            <a:ext cx="3108960" cy="604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 RT 385.64ms，错误率 0%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 为 689ms，P99 为 1192ms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70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当前数据规模下具备阶段性并发处理能力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8"/>
            </p:custDataLst>
          </p:nvPr>
        </p:nvSpPr>
        <p:spPr>
          <a:xfrm>
            <a:off x="8092440" y="3794760"/>
            <a:ext cx="3520440" cy="16916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8238744" y="3895344"/>
            <a:ext cx="322783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1250" b="1">
                <a:solidFill>
                  <a:srgbClr val="FF7E31"/>
                </a:solidFill>
                <a:latin typeface="Noto Sans CJK SC"/>
              </a:rPr>
              <a:t>可靠性结论</a:t>
            </a:r>
            <a:endParaRPr sz="1250" b="1">
              <a:solidFill>
                <a:srgbClr val="FF7E31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257031" y="4233672"/>
            <a:ext cx="3200400" cy="5969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045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同步机制从进程内异步升级为持久化任务驱动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45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 Worker、重试、失败终态与对账补偿思路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  <a:defRPr sz="1045">
                <a:solidFill>
                  <a:srgbClr val="263542"/>
                </a:solidFill>
                <a:latin typeface="Noto Sans CJK SC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后续重点压测复制延迟与 Worker 扩展能力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5806440"/>
            <a:ext cx="10789920" cy="384048"/>
          </a:xfrm>
          <a:prstGeom prst="roundRect">
            <a:avLst/>
          </a:prstGeom>
          <a:solidFill>
            <a:srgbClr val="0E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1290" b="1">
                <a:solidFill>
                  <a:srgbClr val="FFFFFF"/>
                </a:solidFill>
                <a:latin typeface="Noto Sans CJK SC"/>
              </a:rPr>
              <a:t>阶段性判断：搜索功能与性能已满足课程项目交付要求；主从库可靠异步同步方案进一步补足了分布式部署下的可靠性短板。</a:t>
            </a:r>
            <a:endParaRPr sz="1290" b="1">
              <a:solidFill>
                <a:srgbClr val="FFFFFF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" name="组合 83"/>
          <p:cNvGrpSpPr/>
          <p:nvPr/>
        </p:nvGrpSpPr>
        <p:grpSpPr>
          <a:xfrm>
            <a:off x="533400" y="381000"/>
            <a:ext cx="11125200" cy="457200"/>
            <a:chOff x="840" y="600"/>
            <a:chExt cx="17520" cy="72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840" y="600"/>
              <a:ext cx="17520" cy="720"/>
            </a:xfrm>
            <a:custGeom>
              <a:avLst/>
              <a:gdLst>
                <a:gd name="sw" fmla="*/ 1 w 17520"/>
                <a:gd name="sh" fmla="*/ 1 h 720"/>
                <a:gd name="mins" fmla="min sw sh"/>
                <a:gd name="dsw" fmla="+- 0 sw mins"/>
                <a:gd name="dsh" fmla="+- 0 sh mins"/>
                <a:gd name="p0x0" fmla="*/ 0 w 17520"/>
                <a:gd name="p0y0" fmla="*/ 0 h 720"/>
                <a:gd name="p0x1" fmla="*/ 17520 w 17520"/>
                <a:gd name="p0y1" fmla="*/ 0 h 720"/>
                <a:gd name="p0x2" fmla="*/ 17520 w 17520"/>
                <a:gd name="p0y2" fmla="*/ 720 h 720"/>
                <a:gd name="p0x3" fmla="*/ 0 w 17520"/>
                <a:gd name="p0y3" fmla="*/ 720 h 720"/>
                <a:gd name="p0x4" fmla="*/ 0 w 1752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840" y="600"/>
              <a:ext cx="60" cy="720"/>
            </a:xfrm>
            <a:custGeom>
              <a:avLst/>
              <a:gdLst>
                <a:gd name="sw" fmla="*/ 1 w 60"/>
                <a:gd name="sh" fmla="*/ 1 h 720"/>
                <a:gd name="mins" fmla="min sw sh"/>
                <a:gd name="dsw" fmla="+- 0 sw mins"/>
                <a:gd name="dsh" fmla="+- 0 sh mins"/>
                <a:gd name="p0x0" fmla="*/ 0 w 60"/>
                <a:gd name="p0y0" fmla="*/ 720 h 720"/>
                <a:gd name="p0x1" fmla="*/ 0 w 60"/>
                <a:gd name="p0y1" fmla="*/ 0 h 720"/>
                <a:gd name="p0x2" fmla="*/ 60 w 60"/>
                <a:gd name="p0y2" fmla="*/ 0 h 720"/>
                <a:gd name="p0x3" fmla="*/ 60 w 60"/>
                <a:gd name="p0y3" fmla="*/ 720 h 720"/>
                <a:gd name="p0x4" fmla="*/ 0 w 60"/>
                <a:gd name="p0y4" fmla="*/ 72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8A3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04850" y="357188"/>
            <a:ext cx="1095375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雪花</a:t>
            </a:r>
            <a:r>
              <a:rPr 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sz="3000" b="1">
                <a:solidFill>
                  <a:srgbClr val="441900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altLang="en-US" sz="3000" b="1">
              <a:solidFill>
                <a:srgbClr val="441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5810" y="1583373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</a:pPr>
            <a:r>
              <a:rPr lang="zh-CN" altLang="en-US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测试配置：</a:t>
            </a:r>
            <a:endParaRPr lang="zh-CN" altLang="en-US" sz="2000" b="1" i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并发数：</a:t>
            </a:r>
            <a: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50</a:t>
            </a:r>
            <a:b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endParaRPr lang="en-US" altLang="zh-CN" sz="2000" b="1" i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持续时间：</a:t>
            </a:r>
            <a: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</a:t>
            </a:r>
            <a:r>
              <a:rPr lang="zh-CN" altLang="en-US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秒（含</a:t>
            </a:r>
            <a:r>
              <a:rPr lang="en-US" altLang="zh-CN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秒预热）</a:t>
            </a:r>
            <a:endParaRPr lang="zh-CN" altLang="en-US" sz="2000" b="1" i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80" y="966470"/>
            <a:ext cx="4227830" cy="42773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80" y="5243830"/>
            <a:ext cx="11610975" cy="14668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75810" y="3168015"/>
            <a:ext cx="687959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</a:pPr>
            <a:r>
              <a:rPr lang="zh-CN" sz="2800" b="1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能够较好满足博客项目中高并发的场景</a:t>
            </a:r>
            <a:endParaRPr lang="zh-CN" sz="2800" b="1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>
          <a:xfrm>
            <a:off x="-1192530" y="737870"/>
            <a:ext cx="5281295" cy="902335"/>
          </a:xfrm>
        </p:spPr>
        <p:txBody>
          <a:bodyPr>
            <a:normAutofit/>
          </a:bodyPr>
          <a:p>
            <a:r>
              <a:rPr lang="zh-CN" altLang="en-US" sz="3600"/>
              <a:t>人员分工</a:t>
            </a:r>
            <a:endParaRPr lang="zh-CN" altLang="en-US" sz="36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84120" y="2185035"/>
          <a:ext cx="6478905" cy="331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245"/>
                <a:gridCol w="3502660"/>
              </a:tblGrid>
              <a:tr h="662305">
                <a:tc>
                  <a:txBody>
                    <a:bodyPr/>
                    <a:lstStyle/>
                    <a:p>
                      <a:pPr algn="ctr"/>
                      <a:r>
                        <a:rPr lang="zh-CN" sz="280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姓名</a:t>
                      </a:r>
                      <a:endParaRPr lang="zh-CN" sz="280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800" b="1">
                          <a:solidFill>
                            <a:srgbClr val="0E345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分工</a:t>
                      </a:r>
                      <a:endParaRPr lang="zh-CN" sz="2800" b="1">
                        <a:solidFill>
                          <a:srgbClr val="0E345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2E8"/>
                    </a:solidFill>
                  </a:tcPr>
                </a:tc>
              </a:tr>
              <a:tr h="662305">
                <a:tc>
                  <a:txBody>
                    <a:bodyPr/>
                    <a:lstStyle/>
                    <a:p>
                      <a:pPr algn="ctr"/>
                      <a:r>
                        <a:rPr lang="zh-CN" sz="20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杨子贤</a:t>
                      </a:r>
                      <a:endParaRPr lang="zh-CN" sz="20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高并发读博客文章功能优化，</a:t>
                      </a:r>
                      <a:r>
                        <a:rPr lang="zh-CN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功能测试，文档写作</a:t>
                      </a:r>
                      <a:endParaRPr lang="zh-CN" sz="14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305">
                <a:tc>
                  <a:txBody>
                    <a:bodyPr/>
                    <a:lstStyle/>
                    <a:p>
                      <a:pPr algn="ctr"/>
                      <a:r>
                        <a:rPr lang="zh-CN" sz="20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张宇</a:t>
                      </a:r>
                      <a:endParaRPr lang="zh-CN" sz="20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搜索功能优化，功能测试，前端页面调整，</a:t>
                      </a:r>
                      <a:r>
                        <a:rPr lang="zh-CN" altLang="en-US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文档写作</a:t>
                      </a:r>
                      <a:endParaRPr lang="zh-CN" altLang="en-US" sz="14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62305">
                <a:tc>
                  <a:txBody>
                    <a:bodyPr/>
                    <a:lstStyle/>
                    <a:p>
                      <a:pPr algn="ctr"/>
                      <a:r>
                        <a:rPr lang="zh-CN" sz="20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舒俊杰</a:t>
                      </a:r>
                      <a:endParaRPr lang="zh-CN" sz="20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博客点赞功能优化，功能测试，</a:t>
                      </a:r>
                      <a:r>
                        <a:rPr lang="zh-CN" sz="14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文档写作</a:t>
                      </a:r>
                      <a:endParaRPr lang="zh-CN" sz="14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305">
                <a:tc>
                  <a:txBody>
                    <a:bodyPr/>
                    <a:lstStyle/>
                    <a:p>
                      <a:pPr algn="ctr"/>
                      <a:r>
                        <a:rPr lang="zh-CN" sz="20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赵紫</a:t>
                      </a:r>
                      <a:r>
                        <a:rPr lang="zh-CN" sz="2000" b="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东</a:t>
                      </a:r>
                      <a:endParaRPr lang="zh-CN" sz="2000" b="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雪花算法设计，功能测试，</a:t>
                      </a:r>
                      <a:r>
                        <a:rPr lang="zh-CN" sz="1400">
                          <a:solidFill>
                            <a:srgbClr val="2635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文档写作</a:t>
                      </a:r>
                      <a:endParaRPr lang="zh-CN" sz="1400">
                        <a:solidFill>
                          <a:srgbClr val="263542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20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8499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6.xml><?xml version="1.0" encoding="utf-8"?>
<p:tagLst xmlns:p="http://schemas.openxmlformats.org/presentationml/2006/main">
  <p:tag name="LayoutZOrder" val="6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.xml><?xml version="1.0" encoding="utf-8"?>
<p:tagLst xmlns:p="http://schemas.openxmlformats.org/presentationml/2006/main">
  <p:tag name="LayoutZOrder" val="7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8.xml><?xml version="1.0" encoding="utf-8"?>
<p:tagLst xmlns:p="http://schemas.openxmlformats.org/presentationml/2006/main">
  <p:tag name="LayoutZOrder" val="8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9.xml><?xml version="1.0" encoding="utf-8"?>
<p:tagLst xmlns:p="http://schemas.openxmlformats.org/presentationml/2006/main">
  <p:tag name="LayoutZOrder" val="9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.xml><?xml version="1.0" encoding="utf-8"?>
<p:tagLst xmlns:p="http://schemas.openxmlformats.org/presentationml/2006/main">
  <p:tag name="LayoutZOrder" val="10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1.xml><?xml version="1.0" encoding="utf-8"?>
<p:tagLst xmlns:p="http://schemas.openxmlformats.org/presentationml/2006/main">
  <p:tag name="LayoutZOrder" val="11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2.xml><?xml version="1.0" encoding="utf-8"?>
<p:tagLst xmlns:p="http://schemas.openxmlformats.org/presentationml/2006/main">
  <p:tag name="LayoutZOrder" val="12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3.xml><?xml version="1.0" encoding="utf-8"?>
<p:tagLst xmlns:p="http://schemas.openxmlformats.org/presentationml/2006/main">
  <p:tag name="LayoutZOrder" val="13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1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99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9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99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8499"/>
</p:tagLst>
</file>

<file path=ppt/tags/tag23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4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29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0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1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2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4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1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3.xml><?xml version="1.0" encoding="utf-8"?>
<p:tagLst xmlns:p="http://schemas.openxmlformats.org/presentationml/2006/main">
  <p:tag name="LayoutZOrder" val="6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4.xml><?xml version="1.0" encoding="utf-8"?>
<p:tagLst xmlns:p="http://schemas.openxmlformats.org/presentationml/2006/main">
  <p:tag name="LayoutZOrder" val="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5.xml><?xml version="1.0" encoding="utf-8"?>
<p:tagLst xmlns:p="http://schemas.openxmlformats.org/presentationml/2006/main">
  <p:tag name="LayoutZOrder" val="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6.xml><?xml version="1.0" encoding="utf-8"?>
<p:tagLst xmlns:p="http://schemas.openxmlformats.org/presentationml/2006/main">
  <p:tag name="LayoutZOrder" val="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7.xml><?xml version="1.0" encoding="utf-8"?>
<p:tagLst xmlns:p="http://schemas.openxmlformats.org/presentationml/2006/main">
  <p:tag name="LayoutZOrder" val="10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8.xml><?xml version="1.0" encoding="utf-8"?>
<p:tagLst xmlns:p="http://schemas.openxmlformats.org/presentationml/2006/main">
  <p:tag name="LayoutZOrder" val="1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5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1"/>
  <p:tag name="KSO_WM_UNIT_ID" val="_9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3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4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3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64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fbecd54821aeba71783c17ff3efee8d6fada7f9e"/>
  <p:tag name="KSO_WM_NEWLAYOUT_ID" val="11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66.xml><?xml version="1.0" encoding="utf-8"?>
<p:tagLst xmlns:p="http://schemas.openxmlformats.org/presentationml/2006/main">
  <p:tag name="LayoutZOrder" val="10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7.xml><?xml version="1.0" encoding="utf-8"?>
<p:tagLst xmlns:p="http://schemas.openxmlformats.org/presentationml/2006/main">
  <p:tag name="LayoutZOrder" val="13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6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70.xml><?xml version="1.0" encoding="utf-8"?>
<p:tagLst xmlns:p="http://schemas.openxmlformats.org/presentationml/2006/main">
  <p:tag name="LayoutZOrder" val="7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4"/>
  <p:tag name="KSO_WM_UNIT_ID" val="_1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3.xml><?xml version="1.0" encoding="utf-8"?>
<p:tagLst xmlns:p="http://schemas.openxmlformats.org/presentationml/2006/main">
  <p:tag name="LayoutZOrder" val="6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4.xml><?xml version="1.0" encoding="utf-8"?>
<p:tagLst xmlns:p="http://schemas.openxmlformats.org/presentationml/2006/main">
  <p:tag name="LayoutZOrder" val="7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5.xml><?xml version="1.0" encoding="utf-8"?>
<p:tagLst xmlns:p="http://schemas.openxmlformats.org/presentationml/2006/main">
  <p:tag name="LayoutZOrder" val="8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6.xml><?xml version="1.0" encoding="utf-8"?>
<p:tagLst xmlns:p="http://schemas.openxmlformats.org/presentationml/2006/main">
  <p:tag name="LayoutZOrder" val="9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7.xml><?xml version="1.0" encoding="utf-8"?>
<p:tagLst xmlns:p="http://schemas.openxmlformats.org/presentationml/2006/main">
  <p:tag name="LayoutZOrder" val="10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8.xml><?xml version="1.0" encoding="utf-8"?>
<p:tagLst xmlns:p="http://schemas.openxmlformats.org/presentationml/2006/main">
  <p:tag name="LayoutZOrder" val="13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1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8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3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4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8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8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82ad955bd4e8a37d9b0d847084e72eb4471f0a3"/>
  <p:tag name="KSO_WM_NEWLAYOUT_ID" val="12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8499"/>
  <p:tag name="KSO_WM_TEMPLATE_CATEGORY" val="custom"/>
</p:tagLst>
</file>

<file path=ppt/tags/tag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f57bd5206ce4d561caa0fd8d182db254d6e1d38"/>
  <p:tag name="KSO_WM_NEWLAYOUT_ID" val="1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2.xml><?xml version="1.0" encoding="utf-8"?>
<p:tagLst xmlns:p="http://schemas.openxmlformats.org/presentationml/2006/main">
  <p:tag name="LayoutZOrder" val="6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3.xml><?xml version="1.0" encoding="utf-8"?>
<p:tagLst xmlns:p="http://schemas.openxmlformats.org/presentationml/2006/main">
  <p:tag name="LayoutZOrder" val="7"/>
  <p:tag name="KSO_WM_UNIT_TYPE" val="i"/>
  <p:tag name="KSO_WM_UNIT_INDEX" val="2"/>
  <p:tag name="KSO_WM_UNIT_ID" val="_0*i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4.xml><?xml version="1.0" encoding="utf-8"?>
<p:tagLst xmlns:p="http://schemas.openxmlformats.org/presentationml/2006/main">
  <p:tag name="LayoutZOrder" val="10"/>
  <p:tag name="KSO_WM_UNIT_TYPE" val="i"/>
  <p:tag name="KSO_WM_UNIT_INDEX" val="5"/>
  <p:tag name="KSO_WM_UNIT_ID" val="_0*i*5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5.xml><?xml version="1.0" encoding="utf-8"?>
<p:tagLst xmlns:p="http://schemas.openxmlformats.org/presentationml/2006/main">
  <p:tag name="LayoutZOrder" val="11"/>
  <p:tag name="KSO_WM_UNIT_TYPE" val="i"/>
  <p:tag name="KSO_WM_UNIT_INDEX" val="6"/>
  <p:tag name="KSO_WM_UNIT_ID" val="_0*i*6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6.xml><?xml version="1.0" encoding="utf-8"?>
<p:tagLst xmlns:p="http://schemas.openxmlformats.org/presentationml/2006/main">
  <p:tag name="LayoutZOrder" val="12"/>
  <p:tag name="KSO_WM_UNIT_TYPE" val="i"/>
  <p:tag name="KSO_WM_UNIT_INDEX" val="7"/>
  <p:tag name="KSO_WM_UNIT_ID" val="_0*i*7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7.xml><?xml version="1.0" encoding="utf-8"?>
<p:tagLst xmlns:p="http://schemas.openxmlformats.org/presentationml/2006/main">
  <p:tag name="LayoutZOrder" val="13"/>
  <p:tag name="KSO_WM_UNIT_TYPE" val="i"/>
  <p:tag name="KSO_WM_UNIT_INDEX" val="8"/>
  <p:tag name="KSO_WM_UNIT_ID" val="_0*i*8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0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1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11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12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99"/>
</p:tagLst>
</file>

<file path=ppt/tags/tag11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88499"/>
  <p:tag name="KSO_WM_TEMPLATE_CATEGORY" val="custom"/>
  <p:tag name="KSO_WM_TEMPLATE_MASTER_TYPE" val="0"/>
  <p:tag name="KSO_WM_TAG_VERSION" val="3.0"/>
</p:tagLst>
</file>

<file path=ppt/tags/tag114.xml><?xml version="1.0" encoding="utf-8"?>
<p:tagLst xmlns:p="http://schemas.openxmlformats.org/presentationml/2006/main">
  <p:tag name="KSO_WM_AITEMPLATE_STYLE_ID" val="69796637021"/>
</p:tagLst>
</file>

<file path=ppt/tags/tag115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16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fbecd54821aeba71783c17ff3efee8d6fada7f9e"/>
  <p:tag name="KSO_WM_NEWLAYOUT_ID" val="11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1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88499"/>
  <p:tag name="KSO_WM_TEMPLATE_CATEGORY" val="custom"/>
  <p:tag name="KSO_WM_SLIDE_INDEX" val="1"/>
  <p:tag name="KSO_WM_SLIDE_ID" val="custom40488499_1"/>
  <p:tag name="KSO_WM_TEMPLATE_MASTER_TYPE" val="0"/>
  <p:tag name="KSO_WM_SLIDE_LAYOUT" val="a_f"/>
  <p:tag name="KSO_WM_SLIDE_LAYOUT_CNT" val="1_2"/>
  <p:tag name="KSO_WM_TAG_VERSION" val="3.0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13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20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20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21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21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21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213.xml><?xml version="1.0" encoding="utf-8"?>
<p:tagLst xmlns:p="http://schemas.openxmlformats.org/presentationml/2006/main">
  <p:tag name="TABLE_ENDDRAG_ORIGIN_RECT" val="284*309"/>
  <p:tag name="TABLE_ENDDRAG_RECT" val="32*69*284*309"/>
</p:tagLst>
</file>

<file path=ppt/tags/tag214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15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16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17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18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19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20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21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22.xml><?xml version="1.0" encoding="utf-8"?>
<p:tagLst xmlns:p="http://schemas.openxmlformats.org/presentationml/2006/main">
  <p:tag name="KSO_WM_DIAGRAM_VIRTUALLY_FRAME" val="{&quot;height&quot;:188.76000000000005,&quot;left&quot;:4.6,&quot;top&quot;:389.15,&quot;width&quot;:925.7}"/>
</p:tagLst>
</file>

<file path=ppt/tags/tag2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1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2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3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4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5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6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7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8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09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10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11.xml><?xml version="1.0" encoding="utf-8"?>
<p:tagLst xmlns:p="http://schemas.openxmlformats.org/presentationml/2006/main">
  <p:tag name="KSO_WM_DIAGRAM_VIRTUALLY_FRAME" val="{&quot;height&quot;:82.8,&quot;left&quot;:43.2,&quot;top&quot;:68.4,&quot;width&quot;:838.7999212598424}"/>
</p:tagLst>
</file>

<file path=ppt/tags/tag3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32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32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4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5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6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7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8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69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70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71.xml><?xml version="1.0" encoding="utf-8"?>
<p:tagLst xmlns:p="http://schemas.openxmlformats.org/presentationml/2006/main">
  <p:tag name="KSO_WM_DIAGRAM_VIRTUALLY_FRAME" val="{&quot;height&quot;:147.59992125984255,&quot;left&quot;:43.2,&quot;top&quot;:72,&quot;width&quot;:871.2}"/>
</p:tagLst>
</file>

<file path=ppt/tags/tag47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4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48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88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89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0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1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2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3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4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5.xml><?xml version="1.0" encoding="utf-8"?>
<p:tagLst xmlns:p="http://schemas.openxmlformats.org/presentationml/2006/main">
  <p:tag name="KSO_WM_DIAGRAM_VIRTUALLY_FRAME" val="{&quot;height&quot;:72,&quot;left&quot;:46.8,&quot;top&quot;:68.4,&quot;width&quot;:867.6}"/>
</p:tagLst>
</file>

<file path=ppt/tags/tag696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697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698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699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0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1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2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3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4.xml><?xml version="1.0" encoding="utf-8"?>
<p:tagLst xmlns:p="http://schemas.openxmlformats.org/presentationml/2006/main">
  <p:tag name="KSO_WM_DIAGRAM_VIRTUALLY_FRAME" val="{&quot;height&quot;:133.2,&quot;left&quot;:46.8,&quot;top&quot;:298.8,&quot;width&quot;:867.6}"/>
</p:tagLst>
</file>

<file path=ppt/tags/tag70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e2d6a461301112bb6d6e03b3d69a39d19e917ec"/>
  <p:tag name="KSO_WM_NEWLAYOUT_ID" val="119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70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499"/>
  <p:tag name="KSO_WM_TEMPLATE_CATEGORY" val="custom"/>
  <p:tag name="KSO_WM_SLIDE_INDEX" val="3"/>
  <p:tag name="KSO_WM_SLIDE_ID" val="custom40488499_7"/>
  <p:tag name="KSO_WM_TEMPLATE_MASTER_TYPE" val="0"/>
  <p:tag name="KSO_WM_SLIDE_LAYOUT" val="a_e"/>
  <p:tag name="KSO_WM_SLIDE_LAYOUT_CNT" val="1_1"/>
  <p:tag name="KSO_WM_TAG_VERSION" val="3.0"/>
</p:tagLst>
</file>

<file path=ppt/tags/tag71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71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82ad955bd4e8a37d9b0d847084e72eb4471f0a3"/>
  <p:tag name="KSO_WM_NEWLAYOUT_ID" val="126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99"/>
  <p:tag name="KSO_WM_TEMPLATE_CATEGORY" val="custom"/>
</p:tagLst>
</file>

<file path=ppt/tags/tag71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88499"/>
  <p:tag name="KSO_WM_TEMPLATE_CATEGORY" val="custom"/>
  <p:tag name="KSO_WM_SLIDE_INDEX" val="5"/>
  <p:tag name="KSO_WM_SLIDE_ID" val="custom4048849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043">
      <a:dk1>
        <a:srgbClr val="000000"/>
      </a:dk1>
      <a:lt1>
        <a:srgbClr val="FFFFFF"/>
      </a:lt1>
      <a:dk2>
        <a:srgbClr val="441900"/>
      </a:dk2>
      <a:lt2>
        <a:srgbClr val="FFF9F5"/>
      </a:lt2>
      <a:accent1>
        <a:srgbClr val="FF8A3A"/>
      </a:accent1>
      <a:accent2>
        <a:srgbClr val="3A7AC2"/>
      </a:accent2>
      <a:accent3>
        <a:srgbClr val="9D8A85"/>
      </a:accent3>
      <a:accent4>
        <a:srgbClr val="AC7A64"/>
      </a:accent4>
      <a:accent5>
        <a:srgbClr val="8296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简约/商务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7625</Words>
  <Application>WPS 演示</Application>
  <PresentationFormat>宽屏</PresentationFormat>
  <Paragraphs>1042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2" baseType="lpstr">
      <vt:lpstr>Arial</vt:lpstr>
      <vt:lpstr>宋体</vt:lpstr>
      <vt:lpstr>Wingdings</vt:lpstr>
      <vt:lpstr>MiSans</vt:lpstr>
      <vt:lpstr>微软雅黑</vt:lpstr>
      <vt:lpstr>Noto Sans CJK SC</vt:lpstr>
      <vt:lpstr>Arial Unicode MS</vt:lpstr>
      <vt:lpstr>黑体</vt:lpstr>
      <vt:lpstr>Arial</vt:lpstr>
      <vt:lpstr>Calibri Light</vt:lpstr>
      <vt:lpstr>Calibri</vt:lpstr>
      <vt:lpstr>MiSans</vt:lpstr>
      <vt:lpstr>Noto Sans CJK SC</vt:lpstr>
      <vt:lpstr>MiSans Demibold</vt:lpstr>
      <vt:lpstr>MiSans Semibold</vt:lpstr>
      <vt:lpstr>Saturday Sans Regular</vt:lpstr>
      <vt:lpstr>KSOF57165B2F</vt:lpstr>
      <vt:lpstr>WPS</vt:lpstr>
      <vt:lpstr>Office 主题</vt:lpstr>
      <vt:lpstr>分布式博客系统</vt:lpstr>
      <vt:lpstr>PowerPoint 演示文稿</vt:lpstr>
      <vt:lpstr>软件功能</vt:lpstr>
      <vt:lpstr>PowerPoint 演示文稿</vt:lpstr>
      <vt:lpstr>PowerPoint 演示文稿</vt:lpstr>
      <vt:lpstr>PowerPoint 演示文稿</vt:lpstr>
      <vt:lpstr>PowerPoint 演示文稿</vt:lpstr>
      <vt:lpstr>问题分析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测试评估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人员分工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高并发文章阅读优化</dc:title>
  <dc:creator/>
  <cp:lastModifiedBy>杨子贤</cp:lastModifiedBy>
  <cp:revision>90</cp:revision>
  <dcterms:created xsi:type="dcterms:W3CDTF">2026-05-27T13:01:00Z</dcterms:created>
  <dcterms:modified xsi:type="dcterms:W3CDTF">2026-06-02T13:19:29Z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B4775A6022774CCC9CDEA6C975CD07C3_13</vt:lpwstr>
  </property>
</Properties>
</file>